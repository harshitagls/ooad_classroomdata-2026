
<file path=[Content_Types].xml><?xml version="1.0" encoding="utf-8"?>
<Types xmlns="http://schemas.openxmlformats.org/package/2006/content-types">
  <Default ContentType="image/jpeg" Extension="jpg"/>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7.xml"/>
  <Override ContentType="application/vnd.openxmlformats-officedocument.presentationml.notesSlide+xml" PartName="/ppt/notesSlides/notesSlide5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24.xml"/>
  <Override ContentType="application/vnd.openxmlformats-officedocument.presentationml.notesSlide+xml" PartName="/ppt/notesSlides/notesSlide50.xml"/>
  <Override ContentType="application/vnd.openxmlformats-officedocument.presentationml.notesSlide+xml" PartName="/ppt/notesSlides/notesSlide68.xml"/>
  <Override ContentType="application/vnd.openxmlformats-officedocument.presentationml.notesSlide+xml" PartName="/ppt/notesSlides/notesSlide17.xml"/>
  <Override ContentType="application/vnd.openxmlformats-officedocument.presentationml.notesSlide+xml" PartName="/ppt/notesSlides/notesSlide42.xml"/>
  <Override ContentType="application/vnd.openxmlformats-officedocument.presentationml.notesSlide+xml" PartName="/ppt/notesSlides/notesSlide16.xml"/>
  <Override ContentType="application/vnd.openxmlformats-officedocument.presentationml.notesSlide+xml" PartName="/ppt/notesSlides/notesSlide34.xml"/>
  <Override ContentType="application/vnd.openxmlformats-officedocument.presentationml.notesSlide+xml" PartName="/ppt/notesSlides/notesSlide51.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43.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56.xml"/>
  <Override ContentType="application/vnd.openxmlformats-officedocument.presentationml.notesSlide+xml" PartName="/ppt/notesSlides/notesSlide30.xml"/>
  <Override ContentType="application/vnd.openxmlformats-officedocument.presentationml.notesSlide+xml" PartName="/ppt/notesSlides/notesSlide69.xml"/>
  <Override ContentType="application/vnd.openxmlformats-officedocument.presentationml.notesSlide+xml" PartName="/ppt/notesSlides/notesSlide26.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61.xml"/>
  <Override ContentType="application/vnd.openxmlformats-officedocument.presentationml.notesSlide+xml" PartName="/ppt/notesSlides/notesSlide57.xml"/>
  <Override ContentType="application/vnd.openxmlformats-officedocument.presentationml.notesSlide+xml" PartName="/ppt/notesSlides/notesSlide44.xml"/>
  <Override ContentType="application/vnd.openxmlformats-officedocument.presentationml.notesSlide+xml" PartName="/ppt/notesSlides/notesSlide58.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37.xml"/>
  <Override ContentType="application/vnd.openxmlformats-officedocument.presentationml.notesSlide+xml" PartName="/ppt/notesSlides/notesSlide62.xml"/>
  <Override ContentType="application/vnd.openxmlformats-officedocument.presentationml.notesSlide+xml" PartName="/ppt/notesSlides/notesSlide29.xml"/>
  <Override ContentType="application/vnd.openxmlformats-officedocument.presentationml.notesSlide+xml" PartName="/ppt/notesSlides/notesSlide54.xml"/>
  <Override ContentType="application/vnd.openxmlformats-officedocument.presentationml.notesSlide+xml" PartName="/ppt/notesSlides/notesSlide45.xml"/>
  <Override ContentType="application/vnd.openxmlformats-officedocument.presentationml.notesSlide+xml" PartName="/ppt/notesSlides/notesSlide70.xml"/>
  <Override ContentType="application/vnd.openxmlformats-officedocument.presentationml.notesSlide+xml" PartName="/ppt/notesSlides/notesSlide46.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1.xml"/>
  <Override ContentType="application/vnd.openxmlformats-officedocument.presentationml.notesSlide+xml" PartName="/ppt/notesSlides/notesSlide63.xml"/>
  <Override ContentType="application/vnd.openxmlformats-officedocument.presentationml.notesSlide+xml" PartName="/ppt/notesSlides/notesSlide5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47.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60.xml"/>
  <Override ContentType="application/vnd.openxmlformats-officedocument.presentationml.notesSlide+xml" PartName="/ppt/notesSlides/notesSlide38.xml"/>
  <Override ContentType="application/vnd.openxmlformats-officedocument.presentationml.notesSlide+xml" PartName="/ppt/notesSlides/notesSlide64.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48.xml"/>
  <Override ContentType="application/vnd.openxmlformats-officedocument.presentationml.notesSlide+xml" PartName="/ppt/notesSlides/notesSlide22.xml"/>
  <Override ContentType="application/vnd.openxmlformats-officedocument.presentationml.notesSlide+xml" PartName="/ppt/notesSlides/notesSlide52.xml"/>
  <Override ContentType="application/vnd.openxmlformats-officedocument.presentationml.notesSlide+xml" PartName="/ppt/notesSlides/notesSlide7.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65.xml"/>
  <Override ContentType="application/vnd.openxmlformats-officedocument.presentationml.notesSlide+xml" PartName="/ppt/notesSlides/notesSlide36.xml"/>
  <Override ContentType="application/vnd.openxmlformats-officedocument.presentationml.notesSlide+xml" PartName="/ppt/notesSlides/notesSlide49.xml"/>
  <Override ContentType="application/vnd.openxmlformats-officedocument.presentationml.notesSlide+xml" PartName="/ppt/notesSlides/notesSlide19.xml"/>
  <Override ContentType="application/vnd.openxmlformats-officedocument.presentationml.notesSlide+xml" PartName="/ppt/notesSlides/notesSlide53.xml"/>
  <Override ContentType="application/vnd.openxmlformats-officedocument.presentationml.notesSlide+xml" PartName="/ppt/notesSlides/notesSlide40.xml"/>
  <Override ContentType="application/vnd.openxmlformats-officedocument.presentationml.notesSlide+xml" PartName="/ppt/notesSlides/notesSlide23.xml"/>
  <Override ContentType="application/vnd.openxmlformats-officedocument.presentationml.notesSlide+xml" PartName="/ppt/notesSlides/notesSlide66.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24.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22.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9.xml"/>
  <Override ContentType="application/vnd.openxmlformats-officedocument.presentationml.slideLayout+xml" PartName="/ppt/slideLayouts/slideLayout19.xml"/>
  <Override ContentType="application/vnd.openxmlformats-officedocument.presentationml.slideLayout+xml" PartName="/ppt/slideLayouts/slideLayout4.xml"/>
  <Override ContentType="application/vnd.openxmlformats-officedocument.presentationml.slideLayout+xml" PartName="/ppt/slideLayouts/slideLayout17.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6.xml"/>
  <Override ContentType="application/vnd.openxmlformats-officedocument.presentationml.slideLayout+xml" PartName="/ppt/slideLayouts/slideLayout23.xml"/>
  <Override ContentType="application/vnd.openxmlformats-officedocument.presentationml.slideLayout+xml" PartName="/ppt/slideLayouts/slideLayout8.xml"/>
  <Override ContentType="application/vnd.openxmlformats-officedocument.presentationml.slideLayout+xml" PartName="/ppt/slideLayouts/slideLayout21.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43.xml"/>
  <Override ContentType="application/vnd.openxmlformats-officedocument.presentationml.slide+xml" PartName="/ppt/slides/slide35.xml"/>
  <Override ContentType="application/vnd.openxmlformats-officedocument.presentationml.slide+xml" PartName="/ppt/slides/slide60.xml"/>
  <Override ContentType="application/vnd.openxmlformats-officedocument.presentationml.slide+xml" PartName="/ppt/slides/slide5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5.xml"/>
  <Override ContentType="application/vnd.openxmlformats-officedocument.presentationml.slide+xml" PartName="/ppt/slides/slide69.xml"/>
  <Override ContentType="application/vnd.openxmlformats-officedocument.presentationml.slide+xml" PartName="/ppt/slides/slide17.xml"/>
  <Override ContentType="application/vnd.openxmlformats-officedocument.presentationml.slide+xml" PartName="/ppt/slides/slide42.xml"/>
  <Override ContentType="application/vnd.openxmlformats-officedocument.presentationml.slide+xml" PartName="/ppt/slides/slide25.xml"/>
  <Override ContentType="application/vnd.openxmlformats-officedocument.presentationml.slide+xml" PartName="/ppt/slides/slide50.xml"/>
  <Override ContentType="application/vnd.openxmlformats-officedocument.presentationml.slide+xml" PartName="/ppt/slides/slide34.xml"/>
  <Override ContentType="application/vnd.openxmlformats-officedocument.presentationml.slide+xml" PartName="/ppt/slides/slide33.xml"/>
  <Override ContentType="application/vnd.openxmlformats-officedocument.presentationml.slide+xml" PartName="/ppt/slides/slide51.xml"/>
  <Override ContentType="application/vnd.openxmlformats-officedocument.presentationml.slide+xml" PartName="/ppt/slides/slide16.xml"/>
  <Override ContentType="application/vnd.openxmlformats-officedocument.presentationml.slide+xml" PartName="/ppt/slides/slide68.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7.xml"/>
  <Override ContentType="application/vnd.openxmlformats-officedocument.presentationml.slide+xml" PartName="/ppt/slides/slide41.xml"/>
  <Override ContentType="application/vnd.openxmlformats-officedocument.presentationml.slide+xml" PartName="/ppt/slides/slide67.xml"/>
  <Override ContentType="application/vnd.openxmlformats-officedocument.presentationml.slide+xml" PartName="/ppt/slides/slide7.xml"/>
  <Override ContentType="application/vnd.openxmlformats-officedocument.presentationml.slide+xml" PartName="/ppt/slides/slide54.xml"/>
  <Override ContentType="application/vnd.openxmlformats-officedocument.presentationml.slide+xml" PartName="/ppt/slides/slide36.xml"/>
  <Override ContentType="application/vnd.openxmlformats-officedocument.presentationml.slide+xml" PartName="/ppt/slides/slide66.xml"/>
  <Override ContentType="application/vnd.openxmlformats-officedocument.presentationml.slide+xml" PartName="/ppt/slides/slide23.xml"/>
  <Override ContentType="application/vnd.openxmlformats-officedocument.presentationml.slide+xml" PartName="/ppt/slides/slide49.xml"/>
  <Override ContentType="application/vnd.openxmlformats-officedocument.presentationml.slide+xml" PartName="/ppt/slides/slide10.xml"/>
  <Override ContentType="application/vnd.openxmlformats-officedocument.presentationml.slide+xml" PartName="/ppt/slides/slide70.xml"/>
  <Override ContentType="application/vnd.openxmlformats-officedocument.presentationml.slide+xml" PartName="/ppt/slides/slide6.xml"/>
  <Override ContentType="application/vnd.openxmlformats-officedocument.presentationml.slide+xml" PartName="/ppt/slides/slide53.xml"/>
  <Override ContentType="application/vnd.openxmlformats-officedocument.presentationml.slide+xml" PartName="/ppt/slides/slide40.xml"/>
  <Override ContentType="application/vnd.openxmlformats-officedocument.presentationml.slide+xml" PartName="/ppt/slides/slide4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9.xml"/>
  <Override ContentType="application/vnd.openxmlformats-officedocument.presentationml.slide+xml" PartName="/ppt/slides/slide65.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6.xml"/>
  <Override ContentType="application/vnd.openxmlformats-officedocument.presentationml.slide+xml" PartName="/ppt/slides/slide12.xml"/>
  <Override ContentType="application/vnd.openxmlformats-officedocument.presentationml.slide+xml" PartName="/ppt/slides/slide47.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8.xml"/>
  <Override ContentType="application/vnd.openxmlformats-officedocument.presentationml.slide+xml" PartName="/ppt/slides/slide46.xml"/>
  <Override ContentType="application/vnd.openxmlformats-officedocument.presentationml.slide+xml" PartName="/ppt/slides/slide64.xml"/>
  <Override ContentType="application/vnd.openxmlformats-officedocument.presentationml.slide+xml" PartName="/ppt/slides/slide8.xml"/>
  <Override ContentType="application/vnd.openxmlformats-officedocument.presentationml.slide+xml" PartName="/ppt/slides/slide55.xml"/>
  <Override ContentType="application/vnd.openxmlformats-officedocument.presentationml.slide+xml" PartName="/ppt/slides/slide29.xml"/>
  <Override ContentType="application/vnd.openxmlformats-officedocument.presentationml.slide+xml" PartName="/ppt/slides/slide59.xml"/>
  <Override ContentType="application/vnd.openxmlformats-officedocument.presentationml.slide+xml" PartName="/ppt/slides/slide32.xml"/>
  <Override ContentType="application/vnd.openxmlformats-officedocument.presentationml.slide+xml" PartName="/ppt/slides/slide62.xml"/>
  <Override ContentType="application/vnd.openxmlformats-officedocument.presentationml.slide+xml" PartName="/ppt/slides/slide1.xml"/>
  <Override ContentType="application/vnd.openxmlformats-officedocument.presentationml.slide+xml" PartName="/ppt/slides/slide58.xml"/>
  <Override ContentType="application/vnd.openxmlformats-officedocument.presentationml.slide+xml" PartName="/ppt/slides/slide63.xml"/>
  <Override ContentType="application/vnd.openxmlformats-officedocument.presentationml.slide+xml" PartName="/ppt/slides/slide45.xml"/>
  <Override ContentType="application/vnd.openxmlformats-officedocument.presentationml.slide+xml" PartName="/ppt/slides/slide28.xml"/>
  <Override ContentType="application/vnd.openxmlformats-officedocument.presentationml.slide+xml" PartName="/ppt/slides/slide15.xml"/>
  <Override ContentType="application/vnd.openxmlformats-officedocument.presentationml.slide+xml" PartName="/ppt/slides/slide61.xml"/>
  <Override ContentType="application/vnd.openxmlformats-officedocument.presentationml.slide+xml" PartName="/ppt/slides/slide31.xml"/>
  <Override ContentType="application/vnd.openxmlformats-officedocument.presentationml.slide+xml" PartName="/ppt/slides/slide27.xml"/>
  <Override ContentType="application/vnd.openxmlformats-officedocument.presentationml.slide+xml" PartName="/ppt/slides/slide57.xml"/>
  <Override ContentType="application/vnd.openxmlformats-officedocument.presentationml.slide+xml" PartName="/ppt/slides/slide2.xml"/>
  <Override ContentType="application/vnd.openxmlformats-officedocument.presentationml.slide+xml" PartName="/ppt/slides/slide44.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48" r:id="rId5"/>
    <p:sldMasterId id="2147483661" r:id="rId6"/>
  </p:sldMasterIdLst>
  <p:notesMasterIdLst>
    <p:notesMasterId r:id="rId7"/>
  </p:notesMasterIdLst>
  <p:sldIdLst>
    <p:sldId id="256" r:id="rId8"/>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 id="298" r:id="rId50"/>
    <p:sldId id="299" r:id="rId51"/>
    <p:sldId id="300" r:id="rId52"/>
    <p:sldId id="301" r:id="rId53"/>
    <p:sldId id="302" r:id="rId54"/>
    <p:sldId id="303" r:id="rId55"/>
    <p:sldId id="304" r:id="rId56"/>
    <p:sldId id="305" r:id="rId57"/>
    <p:sldId id="306" r:id="rId58"/>
    <p:sldId id="307" r:id="rId59"/>
    <p:sldId id="308" r:id="rId60"/>
    <p:sldId id="309" r:id="rId61"/>
    <p:sldId id="310" r:id="rId62"/>
    <p:sldId id="311" r:id="rId63"/>
    <p:sldId id="312" r:id="rId64"/>
    <p:sldId id="313" r:id="rId65"/>
    <p:sldId id="314" r:id="rId66"/>
    <p:sldId id="315" r:id="rId67"/>
    <p:sldId id="316" r:id="rId68"/>
    <p:sldId id="317" r:id="rId69"/>
    <p:sldId id="318" r:id="rId70"/>
    <p:sldId id="319" r:id="rId71"/>
    <p:sldId id="320" r:id="rId72"/>
    <p:sldId id="321" r:id="rId73"/>
    <p:sldId id="322" r:id="rId74"/>
    <p:sldId id="323" r:id="rId75"/>
    <p:sldId id="324" r:id="rId76"/>
    <p:sldId id="325" r:id="rId77"/>
  </p:sldIdLst>
  <p:sldSz cy="7559675" cx="10080625"/>
  <p:notesSz cx="7559675" cy="106918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381">
          <p15:clr>
            <a:srgbClr val="A4A3A4"/>
          </p15:clr>
        </p15:guide>
        <p15:guide id="2" pos="3175">
          <p15:clr>
            <a:srgbClr val="A4A3A4"/>
          </p15:clr>
        </p15:guide>
      </p15:sldGuideLst>
    </p:ext>
    <p:ext uri="GoogleSlidesCustomDataVersion2">
      <go:slidesCustomData xmlns:go="http://customooxmlschemas.google.com/" r:id="rId78" roundtripDataSignature="AMtx7mj2YZvJ8BLy96WUoAl91PtjodsFxA=="/>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8BA2D3EC-1C3A-4671-AE99-B3EF007854DE}">
  <a:tblStyle styleId="{8BA2D3EC-1C3A-4671-AE99-B3EF007854DE}" styleName="Table_0">
    <a:wholeTbl>
      <a:tcTxStyle b="off" i="off">
        <a:font>
          <a:latin typeface="Arial"/>
          <a:ea typeface="Arial"/>
          <a:cs typeface="Arial"/>
        </a:font>
        <a:schemeClr val="dk1"/>
      </a:tcTxStyle>
      <a:tcStyle>
        <a:tcBdr>
          <a:left>
            <a:ln cap="flat" cmpd="sng" w="12700">
              <a:solidFill>
                <a:schemeClr val="lt1"/>
              </a:solidFill>
              <a:prstDash val="solid"/>
              <a:round/>
              <a:headEnd len="sm" w="sm" type="none"/>
              <a:tailEnd len="sm" w="sm" type="none"/>
            </a:ln>
          </a:left>
          <a:right>
            <a:ln cap="flat" cmpd="sng" w="12700">
              <a:solidFill>
                <a:schemeClr val="lt1"/>
              </a:solidFill>
              <a:prstDash val="solid"/>
              <a:round/>
              <a:headEnd len="sm" w="sm" type="none"/>
              <a:tailEnd len="sm" w="sm" type="none"/>
            </a:ln>
          </a:right>
          <a:top>
            <a:ln cap="flat" cmpd="sng" w="12700">
              <a:solidFill>
                <a:schemeClr val="lt1"/>
              </a:solidFill>
              <a:prstDash val="solid"/>
              <a:round/>
              <a:headEnd len="sm" w="sm" type="none"/>
              <a:tailEnd len="sm" w="sm" type="none"/>
            </a:ln>
          </a:top>
          <a:bottom>
            <a:ln cap="flat" cmpd="sng" w="12700">
              <a:solidFill>
                <a:schemeClr val="lt1"/>
              </a:solidFill>
              <a:prstDash val="solid"/>
              <a:round/>
              <a:headEnd len="sm" w="sm" type="none"/>
              <a:tailEnd len="sm" w="sm" type="none"/>
            </a:ln>
          </a:bottom>
          <a:insideH>
            <a:ln cap="flat" cmpd="sng" w="12700">
              <a:solidFill>
                <a:schemeClr val="lt1"/>
              </a:solidFill>
              <a:prstDash val="solid"/>
              <a:round/>
              <a:headEnd len="sm" w="sm" type="none"/>
              <a:tailEnd len="sm" w="sm" type="none"/>
            </a:ln>
          </a:insideH>
          <a:insideV>
            <a:ln cap="flat" cmpd="sng" w="12700">
              <a:solidFill>
                <a:schemeClr val="lt1"/>
              </a:solidFill>
              <a:prstDash val="solid"/>
              <a:round/>
              <a:headEnd len="sm" w="sm" type="none"/>
              <a:tailEnd len="sm" w="sm" type="none"/>
            </a:ln>
          </a:insideV>
        </a:tcBdr>
        <a:fill>
          <a:solidFill>
            <a:srgbClr val="E8ECF4"/>
          </a:solidFill>
        </a:fill>
      </a:tcStyle>
    </a:wholeTbl>
    <a:band1H>
      <a:tcTxStyle b="off" i="off"/>
      <a:tcStyle>
        <a:fill>
          <a:solidFill>
            <a:srgbClr val="CFD7E7"/>
          </a:solidFill>
        </a:fill>
      </a:tcStyle>
    </a:band1H>
    <a:band2H>
      <a:tcTxStyle b="off" i="off"/>
    </a:band2H>
    <a:band1V>
      <a:tcTxStyle b="off" i="off"/>
      <a:tcStyle>
        <a:fill>
          <a:solidFill>
            <a:srgbClr val="CFD7E7"/>
          </a:solidFill>
        </a:fill>
      </a:tcStyle>
    </a:band1V>
    <a:band2V>
      <a:tcTxStyle b="off" i="off"/>
    </a:band2V>
    <a:lastCol>
      <a:tcTxStyle b="on" i="off">
        <a:font>
          <a:latin typeface="Arial"/>
          <a:ea typeface="Arial"/>
          <a:cs typeface="Arial"/>
        </a:font>
        <a:schemeClr val="lt1"/>
      </a:tcTxStyle>
      <a:tcStyle>
        <a:fill>
          <a:solidFill>
            <a:schemeClr val="accent1"/>
          </a:solidFill>
        </a:fill>
      </a:tcStyle>
    </a:lastCol>
    <a:firstCol>
      <a:tcTxStyle b="on" i="off">
        <a:font>
          <a:latin typeface="Arial"/>
          <a:ea typeface="Arial"/>
          <a:cs typeface="Arial"/>
        </a:font>
        <a:schemeClr val="lt1"/>
      </a:tcTxStyle>
      <a:tcStyle>
        <a:fill>
          <a:solidFill>
            <a:schemeClr val="accent1"/>
          </a:solidFill>
        </a:fill>
      </a:tcStyle>
    </a:firstCol>
    <a:lastRow>
      <a:tcTxStyle b="on" i="off">
        <a:font>
          <a:latin typeface="Arial"/>
          <a:ea typeface="Arial"/>
          <a:cs typeface="Arial"/>
        </a:font>
        <a:schemeClr val="lt1"/>
      </a:tcTxStyle>
      <a:tcStyle>
        <a:tcBdr>
          <a:top>
            <a:ln cap="flat" cmpd="sng" w="38100">
              <a:solidFill>
                <a:schemeClr val="lt1"/>
              </a:solidFill>
              <a:prstDash val="solid"/>
              <a:round/>
              <a:headEnd len="sm" w="sm" type="none"/>
              <a:tailEnd len="sm" w="sm" type="none"/>
            </a:ln>
          </a:top>
        </a:tcBdr>
        <a:fill>
          <a:solidFill>
            <a:schemeClr val="accent1"/>
          </a:solidFill>
        </a:fill>
      </a:tcStyle>
    </a:lastRow>
    <a:seCell>
      <a:tcTxStyle b="off" i="off"/>
    </a:seCell>
    <a:swCell>
      <a:tcTxStyle b="off" i="off"/>
    </a:swCell>
    <a:firstRow>
      <a:tcTxStyle b="on" i="off">
        <a:font>
          <a:latin typeface="Arial"/>
          <a:ea typeface="Arial"/>
          <a:cs typeface="Arial"/>
        </a:font>
        <a:schemeClr val="lt1"/>
      </a:tcTxStyle>
      <a:tcStyle>
        <a:tcBdr>
          <a:bottom>
            <a:ln cap="flat" cmpd="sng" w="38100">
              <a:solidFill>
                <a:schemeClr val="lt1"/>
              </a:solidFill>
              <a:prstDash val="solid"/>
              <a:round/>
              <a:headEnd len="sm" w="sm" type="none"/>
              <a:tailEnd len="sm" w="sm" type="none"/>
            </a:ln>
          </a:bottom>
        </a:tcBdr>
        <a:fill>
          <a:solidFill>
            <a:schemeClr val="accent1"/>
          </a:solidFill>
        </a:fill>
      </a:tcStyle>
    </a:firstRow>
    <a:neCell>
      <a:tcTxStyle b="off" i="off"/>
    </a:neCell>
    <a:nwCell>
      <a:tcTxStyle b="off" i="off"/>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381" orient="horz"/>
        <p:guide pos="3175"/>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3.xml"/><Relationship Id="rId42" Type="http://schemas.openxmlformats.org/officeDocument/2006/relationships/slide" Target="slides/slide35.xml"/><Relationship Id="rId41" Type="http://schemas.openxmlformats.org/officeDocument/2006/relationships/slide" Target="slides/slide34.xml"/><Relationship Id="rId44" Type="http://schemas.openxmlformats.org/officeDocument/2006/relationships/slide" Target="slides/slide37.xml"/><Relationship Id="rId43" Type="http://schemas.openxmlformats.org/officeDocument/2006/relationships/slide" Target="slides/slide36.xml"/><Relationship Id="rId46" Type="http://schemas.openxmlformats.org/officeDocument/2006/relationships/slide" Target="slides/slide39.xml"/><Relationship Id="rId45" Type="http://schemas.openxmlformats.org/officeDocument/2006/relationships/slide" Target="slides/slide38.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2.xml"/><Relationship Id="rId48" Type="http://schemas.openxmlformats.org/officeDocument/2006/relationships/slide" Target="slides/slide41.xml"/><Relationship Id="rId47" Type="http://schemas.openxmlformats.org/officeDocument/2006/relationships/slide" Target="slides/slide40.xml"/><Relationship Id="rId49" Type="http://schemas.openxmlformats.org/officeDocument/2006/relationships/slide" Target="slides/slide42.xml"/><Relationship Id="rId5" Type="http://schemas.openxmlformats.org/officeDocument/2006/relationships/slideMaster" Target="slideMasters/slideMaster1.xml"/><Relationship Id="rId6" Type="http://schemas.openxmlformats.org/officeDocument/2006/relationships/slideMaster" Target="slideMasters/slideMaster2.xml"/><Relationship Id="rId7" Type="http://schemas.openxmlformats.org/officeDocument/2006/relationships/notesMaster" Target="notesMasters/notesMaster1.xml"/><Relationship Id="rId8" Type="http://schemas.openxmlformats.org/officeDocument/2006/relationships/slide" Target="slides/slide1.xml"/><Relationship Id="rId73" Type="http://schemas.openxmlformats.org/officeDocument/2006/relationships/slide" Target="slides/slide66.xml"/><Relationship Id="rId72" Type="http://schemas.openxmlformats.org/officeDocument/2006/relationships/slide" Target="slides/slide65.xml"/><Relationship Id="rId31" Type="http://schemas.openxmlformats.org/officeDocument/2006/relationships/slide" Target="slides/slide24.xml"/><Relationship Id="rId75" Type="http://schemas.openxmlformats.org/officeDocument/2006/relationships/slide" Target="slides/slide68.xml"/><Relationship Id="rId30" Type="http://schemas.openxmlformats.org/officeDocument/2006/relationships/slide" Target="slides/slide23.xml"/><Relationship Id="rId74" Type="http://schemas.openxmlformats.org/officeDocument/2006/relationships/slide" Target="slides/slide67.xml"/><Relationship Id="rId33" Type="http://schemas.openxmlformats.org/officeDocument/2006/relationships/slide" Target="slides/slide26.xml"/><Relationship Id="rId77" Type="http://schemas.openxmlformats.org/officeDocument/2006/relationships/slide" Target="slides/slide70.xml"/><Relationship Id="rId32" Type="http://schemas.openxmlformats.org/officeDocument/2006/relationships/slide" Target="slides/slide25.xml"/><Relationship Id="rId76" Type="http://schemas.openxmlformats.org/officeDocument/2006/relationships/slide" Target="slides/slide69.xml"/><Relationship Id="rId35" Type="http://schemas.openxmlformats.org/officeDocument/2006/relationships/slide" Target="slides/slide28.xml"/><Relationship Id="rId34" Type="http://schemas.openxmlformats.org/officeDocument/2006/relationships/slide" Target="slides/slide27.xml"/><Relationship Id="rId78" Type="http://customschemas.google.com/relationships/presentationmetadata" Target="metadata"/><Relationship Id="rId71" Type="http://schemas.openxmlformats.org/officeDocument/2006/relationships/slide" Target="slides/slide64.xml"/><Relationship Id="rId70" Type="http://schemas.openxmlformats.org/officeDocument/2006/relationships/slide" Target="slides/slide63.xml"/><Relationship Id="rId37" Type="http://schemas.openxmlformats.org/officeDocument/2006/relationships/slide" Target="slides/slide30.xml"/><Relationship Id="rId36" Type="http://schemas.openxmlformats.org/officeDocument/2006/relationships/slide" Target="slides/slide29.xml"/><Relationship Id="rId39" Type="http://schemas.openxmlformats.org/officeDocument/2006/relationships/slide" Target="slides/slide32.xml"/><Relationship Id="rId38" Type="http://schemas.openxmlformats.org/officeDocument/2006/relationships/slide" Target="slides/slide31.xml"/><Relationship Id="rId62" Type="http://schemas.openxmlformats.org/officeDocument/2006/relationships/slide" Target="slides/slide55.xml"/><Relationship Id="rId61" Type="http://schemas.openxmlformats.org/officeDocument/2006/relationships/slide" Target="slides/slide54.xml"/><Relationship Id="rId20" Type="http://schemas.openxmlformats.org/officeDocument/2006/relationships/slide" Target="slides/slide13.xml"/><Relationship Id="rId64" Type="http://schemas.openxmlformats.org/officeDocument/2006/relationships/slide" Target="slides/slide57.xml"/><Relationship Id="rId63" Type="http://schemas.openxmlformats.org/officeDocument/2006/relationships/slide" Target="slides/slide56.xml"/><Relationship Id="rId22" Type="http://schemas.openxmlformats.org/officeDocument/2006/relationships/slide" Target="slides/slide15.xml"/><Relationship Id="rId66" Type="http://schemas.openxmlformats.org/officeDocument/2006/relationships/slide" Target="slides/slide59.xml"/><Relationship Id="rId21" Type="http://schemas.openxmlformats.org/officeDocument/2006/relationships/slide" Target="slides/slide14.xml"/><Relationship Id="rId65" Type="http://schemas.openxmlformats.org/officeDocument/2006/relationships/slide" Target="slides/slide58.xml"/><Relationship Id="rId24" Type="http://schemas.openxmlformats.org/officeDocument/2006/relationships/slide" Target="slides/slide17.xml"/><Relationship Id="rId68" Type="http://schemas.openxmlformats.org/officeDocument/2006/relationships/slide" Target="slides/slide61.xml"/><Relationship Id="rId23" Type="http://schemas.openxmlformats.org/officeDocument/2006/relationships/slide" Target="slides/slide16.xml"/><Relationship Id="rId67" Type="http://schemas.openxmlformats.org/officeDocument/2006/relationships/slide" Target="slides/slide60.xml"/><Relationship Id="rId60" Type="http://schemas.openxmlformats.org/officeDocument/2006/relationships/slide" Target="slides/slide53.xml"/><Relationship Id="rId26" Type="http://schemas.openxmlformats.org/officeDocument/2006/relationships/slide" Target="slides/slide19.xml"/><Relationship Id="rId25" Type="http://schemas.openxmlformats.org/officeDocument/2006/relationships/slide" Target="slides/slide18.xml"/><Relationship Id="rId69" Type="http://schemas.openxmlformats.org/officeDocument/2006/relationships/slide" Target="slides/slide62.xml"/><Relationship Id="rId28" Type="http://schemas.openxmlformats.org/officeDocument/2006/relationships/slide" Target="slides/slide21.xml"/><Relationship Id="rId27" Type="http://schemas.openxmlformats.org/officeDocument/2006/relationships/slide" Target="slides/slide20.xml"/><Relationship Id="rId29" Type="http://schemas.openxmlformats.org/officeDocument/2006/relationships/slide" Target="slides/slide22.xml"/><Relationship Id="rId51" Type="http://schemas.openxmlformats.org/officeDocument/2006/relationships/slide" Target="slides/slide44.xml"/><Relationship Id="rId50" Type="http://schemas.openxmlformats.org/officeDocument/2006/relationships/slide" Target="slides/slide43.xml"/><Relationship Id="rId53" Type="http://schemas.openxmlformats.org/officeDocument/2006/relationships/slide" Target="slides/slide46.xml"/><Relationship Id="rId52" Type="http://schemas.openxmlformats.org/officeDocument/2006/relationships/slide" Target="slides/slide45.xml"/><Relationship Id="rId11" Type="http://schemas.openxmlformats.org/officeDocument/2006/relationships/slide" Target="slides/slide4.xml"/><Relationship Id="rId55" Type="http://schemas.openxmlformats.org/officeDocument/2006/relationships/slide" Target="slides/slide48.xml"/><Relationship Id="rId10" Type="http://schemas.openxmlformats.org/officeDocument/2006/relationships/slide" Target="slides/slide3.xml"/><Relationship Id="rId54" Type="http://schemas.openxmlformats.org/officeDocument/2006/relationships/slide" Target="slides/slide47.xml"/><Relationship Id="rId13" Type="http://schemas.openxmlformats.org/officeDocument/2006/relationships/slide" Target="slides/slide6.xml"/><Relationship Id="rId57" Type="http://schemas.openxmlformats.org/officeDocument/2006/relationships/slide" Target="slides/slide50.xml"/><Relationship Id="rId12" Type="http://schemas.openxmlformats.org/officeDocument/2006/relationships/slide" Target="slides/slide5.xml"/><Relationship Id="rId56" Type="http://schemas.openxmlformats.org/officeDocument/2006/relationships/slide" Target="slides/slide49.xml"/><Relationship Id="rId15" Type="http://schemas.openxmlformats.org/officeDocument/2006/relationships/slide" Target="slides/slide8.xml"/><Relationship Id="rId59" Type="http://schemas.openxmlformats.org/officeDocument/2006/relationships/slide" Target="slides/slide52.xml"/><Relationship Id="rId14" Type="http://schemas.openxmlformats.org/officeDocument/2006/relationships/slide" Target="slides/slide7.xml"/><Relationship Id="rId58" Type="http://schemas.openxmlformats.org/officeDocument/2006/relationships/slide" Target="slides/slide51.xml"/><Relationship Id="rId17" Type="http://schemas.openxmlformats.org/officeDocument/2006/relationships/slide" Target="slides/slide10.xml"/><Relationship Id="rId16" Type="http://schemas.openxmlformats.org/officeDocument/2006/relationships/slide" Target="slides/slide9.xml"/><Relationship Id="rId19" Type="http://schemas.openxmlformats.org/officeDocument/2006/relationships/slide" Target="slides/slide12.xml"/><Relationship Id="rId18" Type="http://schemas.openxmlformats.org/officeDocument/2006/relationships/slide" Target="slides/slide1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3276600" cy="53657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4281488" y="0"/>
            <a:ext cx="3276600" cy="536575"/>
          </a:xfrm>
          <a:prstGeom prst="rect">
            <a:avLst/>
          </a:prstGeom>
          <a:noFill/>
          <a:ln>
            <a:noFill/>
          </a:ln>
        </p:spPr>
        <p:txBody>
          <a:bodyPr anchorCtr="0" anchor="t" bIns="45700" lIns="91425" spcFirstLastPara="1" rIns="91425" wrap="square" tIns="45700">
            <a:noAutofit/>
          </a:bodyPr>
          <a:lstStyle>
            <a:lvl1pPr lvl="0" marR="0" rtl="0" algn="r">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1374775" y="1336675"/>
            <a:ext cx="4810125" cy="3608388"/>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755650" y="5145088"/>
            <a:ext cx="6048375" cy="4210050"/>
          </a:xfrm>
          <a:prstGeom prst="rect">
            <a:avLst/>
          </a:prstGeom>
          <a:noFill/>
          <a:ln>
            <a:noFill/>
          </a:ln>
        </p:spPr>
        <p:txBody>
          <a:bodyPr anchorCtr="0" anchor="t" bIns="45700" lIns="91425" spcFirstLastPara="1" rIns="91425" wrap="square" tIns="45700">
            <a:noAutofit/>
          </a:bodyPr>
          <a:lstStyle>
            <a:lvl1pPr indent="-228600" lvl="0" marL="457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indent="-228600" lvl="1" marL="914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2pPr>
            <a:lvl3pPr indent="-228600" lvl="2" marL="1371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3pPr>
            <a:lvl4pPr indent="-228600" lvl="3" marL="1828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4pPr>
            <a:lvl5pPr indent="-228600" lvl="4" marL="22860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5pPr>
            <a:lvl6pPr indent="-228600" lvl="5" marL="2743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6pPr>
            <a:lvl7pPr indent="-228600" lvl="6" marL="3200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7pPr>
            <a:lvl8pPr indent="-228600" lvl="7" marL="3657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8pPr>
            <a:lvl9pPr indent="-228600" lvl="8" marL="4114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10155238"/>
            <a:ext cx="3276600" cy="536575"/>
          </a:xfrm>
          <a:prstGeom prst="rect">
            <a:avLst/>
          </a:prstGeom>
          <a:noFill/>
          <a:ln>
            <a:noFill/>
          </a:ln>
        </p:spPr>
        <p:txBody>
          <a:bodyPr anchorCtr="0" anchor="b"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4281488" y="10155238"/>
            <a:ext cx="3276600" cy="536575"/>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8" name="Shape 118"/>
        <p:cNvGrpSpPr/>
        <p:nvPr/>
      </p:nvGrpSpPr>
      <p:grpSpPr>
        <a:xfrm>
          <a:off x="0" y="0"/>
          <a:ext cx="0" cy="0"/>
          <a:chOff x="0" y="0"/>
          <a:chExt cx="0" cy="0"/>
        </a:xfrm>
      </p:grpSpPr>
      <p:sp>
        <p:nvSpPr>
          <p:cNvPr id="119" name="Google Shape;119;p1:notes"/>
          <p:cNvSpPr txBox="1"/>
          <p:nvPr>
            <p:ph idx="1" type="body"/>
          </p:nvPr>
        </p:nvSpPr>
        <p:spPr>
          <a:xfrm>
            <a:off x="755650" y="5145088"/>
            <a:ext cx="6048375" cy="42100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20" name="Google Shape;120;p1:notes"/>
          <p:cNvSpPr/>
          <p:nvPr>
            <p:ph idx="2" type="sldImg"/>
          </p:nvPr>
        </p:nvSpPr>
        <p:spPr>
          <a:xfrm>
            <a:off x="1374775" y="1336675"/>
            <a:ext cx="4810125" cy="3608388"/>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4" name="Shape 124"/>
        <p:cNvGrpSpPr/>
        <p:nvPr/>
      </p:nvGrpSpPr>
      <p:grpSpPr>
        <a:xfrm>
          <a:off x="0" y="0"/>
          <a:ext cx="0" cy="0"/>
          <a:chOff x="0" y="0"/>
          <a:chExt cx="0" cy="0"/>
        </a:xfrm>
      </p:grpSpPr>
      <p:sp>
        <p:nvSpPr>
          <p:cNvPr id="125" name="Google Shape;125;p12:notes"/>
          <p:cNvSpPr txBox="1"/>
          <p:nvPr>
            <p:ph idx="1" type="body"/>
          </p:nvPr>
        </p:nvSpPr>
        <p:spPr>
          <a:xfrm>
            <a:off x="755650" y="5145088"/>
            <a:ext cx="6048300" cy="42102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26" name="Google Shape;126;p12:notes"/>
          <p:cNvSpPr/>
          <p:nvPr>
            <p:ph idx="2" type="sldImg"/>
          </p:nvPr>
        </p:nvSpPr>
        <p:spPr>
          <a:xfrm>
            <a:off x="1374775" y="1336675"/>
            <a:ext cx="4810200" cy="36084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0" name="Shape 130"/>
        <p:cNvGrpSpPr/>
        <p:nvPr/>
      </p:nvGrpSpPr>
      <p:grpSpPr>
        <a:xfrm>
          <a:off x="0" y="0"/>
          <a:ext cx="0" cy="0"/>
          <a:chOff x="0" y="0"/>
          <a:chExt cx="0" cy="0"/>
        </a:xfrm>
      </p:grpSpPr>
      <p:sp>
        <p:nvSpPr>
          <p:cNvPr id="131" name="Google Shape;131;p13:notes"/>
          <p:cNvSpPr txBox="1"/>
          <p:nvPr>
            <p:ph idx="1" type="body"/>
          </p:nvPr>
        </p:nvSpPr>
        <p:spPr>
          <a:xfrm>
            <a:off x="755650" y="5145088"/>
            <a:ext cx="6048375" cy="42100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32" name="Google Shape;132;p13:notes"/>
          <p:cNvSpPr/>
          <p:nvPr>
            <p:ph idx="2" type="sldImg"/>
          </p:nvPr>
        </p:nvSpPr>
        <p:spPr>
          <a:xfrm>
            <a:off x="1374775" y="1336675"/>
            <a:ext cx="4810125" cy="3608388"/>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6" name="Shape 136"/>
        <p:cNvGrpSpPr/>
        <p:nvPr/>
      </p:nvGrpSpPr>
      <p:grpSpPr>
        <a:xfrm>
          <a:off x="0" y="0"/>
          <a:ext cx="0" cy="0"/>
          <a:chOff x="0" y="0"/>
          <a:chExt cx="0" cy="0"/>
        </a:xfrm>
      </p:grpSpPr>
      <p:sp>
        <p:nvSpPr>
          <p:cNvPr id="137" name="Google Shape;137;p14:notes"/>
          <p:cNvSpPr txBox="1"/>
          <p:nvPr>
            <p:ph idx="1" type="body"/>
          </p:nvPr>
        </p:nvSpPr>
        <p:spPr>
          <a:xfrm>
            <a:off x="755650" y="5145088"/>
            <a:ext cx="6048375" cy="42100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38" name="Google Shape;138;p14:notes"/>
          <p:cNvSpPr/>
          <p:nvPr>
            <p:ph idx="2" type="sldImg"/>
          </p:nvPr>
        </p:nvSpPr>
        <p:spPr>
          <a:xfrm>
            <a:off x="1374775" y="1336675"/>
            <a:ext cx="4810125" cy="3608388"/>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2" name="Shape 142"/>
        <p:cNvGrpSpPr/>
        <p:nvPr/>
      </p:nvGrpSpPr>
      <p:grpSpPr>
        <a:xfrm>
          <a:off x="0" y="0"/>
          <a:ext cx="0" cy="0"/>
          <a:chOff x="0" y="0"/>
          <a:chExt cx="0" cy="0"/>
        </a:xfrm>
      </p:grpSpPr>
      <p:sp>
        <p:nvSpPr>
          <p:cNvPr id="143" name="Google Shape;143;g3f9774df590_0_0:notes"/>
          <p:cNvSpPr/>
          <p:nvPr>
            <p:ph idx="2" type="sldImg"/>
          </p:nvPr>
        </p:nvSpPr>
        <p:spPr>
          <a:xfrm>
            <a:off x="1374775" y="1336675"/>
            <a:ext cx="4810200" cy="3608400"/>
          </a:xfrm>
          <a:custGeom>
            <a:rect b="b" l="l" r="r" t="t"/>
            <a:pathLst>
              <a:path extrusionOk="0" h="120000" w="120000">
                <a:moveTo>
                  <a:pt x="0" y="0"/>
                </a:moveTo>
                <a:lnTo>
                  <a:pt x="120000" y="0"/>
                </a:lnTo>
                <a:lnTo>
                  <a:pt x="120000" y="120000"/>
                </a:lnTo>
                <a:lnTo>
                  <a:pt x="0" y="120000"/>
                </a:lnTo>
                <a:close/>
              </a:path>
            </a:pathLst>
          </a:custGeom>
        </p:spPr>
      </p:sp>
      <p:sp>
        <p:nvSpPr>
          <p:cNvPr id="144" name="Google Shape;144;g3f9774df590_0_0:notes"/>
          <p:cNvSpPr txBox="1"/>
          <p:nvPr>
            <p:ph idx="1" type="body"/>
          </p:nvPr>
        </p:nvSpPr>
        <p:spPr>
          <a:xfrm>
            <a:off x="755650" y="5145088"/>
            <a:ext cx="6048300" cy="42102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45" name="Google Shape;145;g3f9774df590_0_0:notes"/>
          <p:cNvSpPr txBox="1"/>
          <p:nvPr>
            <p:ph idx="12" type="sldNum"/>
          </p:nvPr>
        </p:nvSpPr>
        <p:spPr>
          <a:xfrm>
            <a:off x="4281488" y="10155238"/>
            <a:ext cx="3276600" cy="536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8" name="Shape 148"/>
        <p:cNvGrpSpPr/>
        <p:nvPr/>
      </p:nvGrpSpPr>
      <p:grpSpPr>
        <a:xfrm>
          <a:off x="0" y="0"/>
          <a:ext cx="0" cy="0"/>
          <a:chOff x="0" y="0"/>
          <a:chExt cx="0" cy="0"/>
        </a:xfrm>
      </p:grpSpPr>
      <p:sp>
        <p:nvSpPr>
          <p:cNvPr id="149" name="Google Shape;149;g3f9774df590_0_6:notes"/>
          <p:cNvSpPr/>
          <p:nvPr>
            <p:ph idx="2" type="sldImg"/>
          </p:nvPr>
        </p:nvSpPr>
        <p:spPr>
          <a:xfrm>
            <a:off x="1374775" y="1336675"/>
            <a:ext cx="4810200" cy="3608400"/>
          </a:xfrm>
          <a:custGeom>
            <a:rect b="b" l="l" r="r" t="t"/>
            <a:pathLst>
              <a:path extrusionOk="0" h="120000" w="120000">
                <a:moveTo>
                  <a:pt x="0" y="0"/>
                </a:moveTo>
                <a:lnTo>
                  <a:pt x="120000" y="0"/>
                </a:lnTo>
                <a:lnTo>
                  <a:pt x="120000" y="120000"/>
                </a:lnTo>
                <a:lnTo>
                  <a:pt x="0" y="120000"/>
                </a:lnTo>
                <a:close/>
              </a:path>
            </a:pathLst>
          </a:custGeom>
        </p:spPr>
      </p:sp>
      <p:sp>
        <p:nvSpPr>
          <p:cNvPr id="150" name="Google Shape;150;g3f9774df590_0_6:notes"/>
          <p:cNvSpPr txBox="1"/>
          <p:nvPr>
            <p:ph idx="1" type="body"/>
          </p:nvPr>
        </p:nvSpPr>
        <p:spPr>
          <a:xfrm>
            <a:off x="755650" y="5145088"/>
            <a:ext cx="6048300" cy="42102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51" name="Google Shape;151;g3f9774df590_0_6:notes"/>
          <p:cNvSpPr txBox="1"/>
          <p:nvPr>
            <p:ph idx="12" type="sldNum"/>
          </p:nvPr>
        </p:nvSpPr>
        <p:spPr>
          <a:xfrm>
            <a:off x="4281488" y="10155238"/>
            <a:ext cx="3276600" cy="536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4" name="Shape 154"/>
        <p:cNvGrpSpPr/>
        <p:nvPr/>
      </p:nvGrpSpPr>
      <p:grpSpPr>
        <a:xfrm>
          <a:off x="0" y="0"/>
          <a:ext cx="0" cy="0"/>
          <a:chOff x="0" y="0"/>
          <a:chExt cx="0" cy="0"/>
        </a:xfrm>
      </p:grpSpPr>
      <p:sp>
        <p:nvSpPr>
          <p:cNvPr id="155" name="Google Shape;155;p18:notes"/>
          <p:cNvSpPr txBox="1"/>
          <p:nvPr>
            <p:ph idx="1" type="body"/>
          </p:nvPr>
        </p:nvSpPr>
        <p:spPr>
          <a:xfrm>
            <a:off x="755650" y="5145088"/>
            <a:ext cx="6048375" cy="42100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56" name="Google Shape;156;p18:notes"/>
          <p:cNvSpPr/>
          <p:nvPr>
            <p:ph idx="2" type="sldImg"/>
          </p:nvPr>
        </p:nvSpPr>
        <p:spPr>
          <a:xfrm>
            <a:off x="1374775" y="1336675"/>
            <a:ext cx="4810125" cy="3608388"/>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0" name="Shape 160"/>
        <p:cNvGrpSpPr/>
        <p:nvPr/>
      </p:nvGrpSpPr>
      <p:grpSpPr>
        <a:xfrm>
          <a:off x="0" y="0"/>
          <a:ext cx="0" cy="0"/>
          <a:chOff x="0" y="0"/>
          <a:chExt cx="0" cy="0"/>
        </a:xfrm>
      </p:grpSpPr>
      <p:sp>
        <p:nvSpPr>
          <p:cNvPr id="161" name="Google Shape;161;p19:notes"/>
          <p:cNvSpPr txBox="1"/>
          <p:nvPr>
            <p:ph idx="1" type="body"/>
          </p:nvPr>
        </p:nvSpPr>
        <p:spPr>
          <a:xfrm>
            <a:off x="755650" y="5145088"/>
            <a:ext cx="6048375" cy="42100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62" name="Google Shape;162;p19:notes"/>
          <p:cNvSpPr/>
          <p:nvPr>
            <p:ph idx="2" type="sldImg"/>
          </p:nvPr>
        </p:nvSpPr>
        <p:spPr>
          <a:xfrm>
            <a:off x="1374775" y="1336675"/>
            <a:ext cx="4810125" cy="3608388"/>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9" name="Shape 169"/>
        <p:cNvGrpSpPr/>
        <p:nvPr/>
      </p:nvGrpSpPr>
      <p:grpSpPr>
        <a:xfrm>
          <a:off x="0" y="0"/>
          <a:ext cx="0" cy="0"/>
          <a:chOff x="0" y="0"/>
          <a:chExt cx="0" cy="0"/>
        </a:xfrm>
      </p:grpSpPr>
      <p:sp>
        <p:nvSpPr>
          <p:cNvPr id="170" name="Google Shape;170;p20:notes"/>
          <p:cNvSpPr txBox="1"/>
          <p:nvPr>
            <p:ph idx="1" type="body"/>
          </p:nvPr>
        </p:nvSpPr>
        <p:spPr>
          <a:xfrm>
            <a:off x="755650" y="5145088"/>
            <a:ext cx="6048375" cy="42100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71" name="Google Shape;171;p20:notes"/>
          <p:cNvSpPr/>
          <p:nvPr>
            <p:ph idx="2" type="sldImg"/>
          </p:nvPr>
        </p:nvSpPr>
        <p:spPr>
          <a:xfrm>
            <a:off x="1374775" y="1336675"/>
            <a:ext cx="4810125" cy="3608388"/>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8" name="Shape 178"/>
        <p:cNvGrpSpPr/>
        <p:nvPr/>
      </p:nvGrpSpPr>
      <p:grpSpPr>
        <a:xfrm>
          <a:off x="0" y="0"/>
          <a:ext cx="0" cy="0"/>
          <a:chOff x="0" y="0"/>
          <a:chExt cx="0" cy="0"/>
        </a:xfrm>
      </p:grpSpPr>
      <p:sp>
        <p:nvSpPr>
          <p:cNvPr id="179" name="Google Shape;179;p21:notes"/>
          <p:cNvSpPr txBox="1"/>
          <p:nvPr>
            <p:ph idx="1" type="body"/>
          </p:nvPr>
        </p:nvSpPr>
        <p:spPr>
          <a:xfrm>
            <a:off x="755650" y="5145088"/>
            <a:ext cx="6048375" cy="42100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80" name="Google Shape;180;p21:notes"/>
          <p:cNvSpPr/>
          <p:nvPr>
            <p:ph idx="2" type="sldImg"/>
          </p:nvPr>
        </p:nvSpPr>
        <p:spPr>
          <a:xfrm>
            <a:off x="1374775" y="1336675"/>
            <a:ext cx="4810125" cy="3608388"/>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7" name="Shape 187"/>
        <p:cNvGrpSpPr/>
        <p:nvPr/>
      </p:nvGrpSpPr>
      <p:grpSpPr>
        <a:xfrm>
          <a:off x="0" y="0"/>
          <a:ext cx="0" cy="0"/>
          <a:chOff x="0" y="0"/>
          <a:chExt cx="0" cy="0"/>
        </a:xfrm>
      </p:grpSpPr>
      <p:sp>
        <p:nvSpPr>
          <p:cNvPr id="188" name="Google Shape;188;p22:notes"/>
          <p:cNvSpPr txBox="1"/>
          <p:nvPr>
            <p:ph idx="1" type="body"/>
          </p:nvPr>
        </p:nvSpPr>
        <p:spPr>
          <a:xfrm>
            <a:off x="755650" y="5145088"/>
            <a:ext cx="6048375" cy="42100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89" name="Google Shape;189;p22:notes"/>
          <p:cNvSpPr/>
          <p:nvPr>
            <p:ph idx="2" type="sldImg"/>
          </p:nvPr>
        </p:nvSpPr>
        <p:spPr>
          <a:xfrm>
            <a:off x="1374775" y="1336675"/>
            <a:ext cx="4810125" cy="3608388"/>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2" name="Shape 192"/>
        <p:cNvGrpSpPr/>
        <p:nvPr/>
      </p:nvGrpSpPr>
      <p:grpSpPr>
        <a:xfrm>
          <a:off x="0" y="0"/>
          <a:ext cx="0" cy="0"/>
          <a:chOff x="0" y="0"/>
          <a:chExt cx="0" cy="0"/>
        </a:xfrm>
      </p:grpSpPr>
      <p:sp>
        <p:nvSpPr>
          <p:cNvPr id="193" name="Google Shape;193;g3f5f502d7d8_0_6:notes"/>
          <p:cNvSpPr/>
          <p:nvPr>
            <p:ph idx="2" type="sldImg"/>
          </p:nvPr>
        </p:nvSpPr>
        <p:spPr>
          <a:xfrm>
            <a:off x="1374775" y="1336675"/>
            <a:ext cx="4810200" cy="3608400"/>
          </a:xfrm>
          <a:custGeom>
            <a:rect b="b" l="l" r="r" t="t"/>
            <a:pathLst>
              <a:path extrusionOk="0" h="120000" w="120000">
                <a:moveTo>
                  <a:pt x="0" y="0"/>
                </a:moveTo>
                <a:lnTo>
                  <a:pt x="120000" y="0"/>
                </a:lnTo>
                <a:lnTo>
                  <a:pt x="120000" y="120000"/>
                </a:lnTo>
                <a:lnTo>
                  <a:pt x="0" y="120000"/>
                </a:lnTo>
                <a:close/>
              </a:path>
            </a:pathLst>
          </a:custGeom>
        </p:spPr>
      </p:sp>
      <p:sp>
        <p:nvSpPr>
          <p:cNvPr id="194" name="Google Shape;194;g3f5f502d7d8_0_6:notes"/>
          <p:cNvSpPr txBox="1"/>
          <p:nvPr>
            <p:ph idx="1" type="body"/>
          </p:nvPr>
        </p:nvSpPr>
        <p:spPr>
          <a:xfrm>
            <a:off x="755650" y="5145088"/>
            <a:ext cx="6048300" cy="42102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95" name="Google Shape;195;g3f5f502d7d8_0_6:notes"/>
          <p:cNvSpPr txBox="1"/>
          <p:nvPr>
            <p:ph idx="12" type="sldNum"/>
          </p:nvPr>
        </p:nvSpPr>
        <p:spPr>
          <a:xfrm>
            <a:off x="4281488" y="10155238"/>
            <a:ext cx="3276600" cy="536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9" name="Shape 199"/>
        <p:cNvGrpSpPr/>
        <p:nvPr/>
      </p:nvGrpSpPr>
      <p:grpSpPr>
        <a:xfrm>
          <a:off x="0" y="0"/>
          <a:ext cx="0" cy="0"/>
          <a:chOff x="0" y="0"/>
          <a:chExt cx="0" cy="0"/>
        </a:xfrm>
      </p:grpSpPr>
      <p:sp>
        <p:nvSpPr>
          <p:cNvPr id="200" name="Google Shape;200;p23:notes"/>
          <p:cNvSpPr txBox="1"/>
          <p:nvPr>
            <p:ph idx="1" type="body"/>
          </p:nvPr>
        </p:nvSpPr>
        <p:spPr>
          <a:xfrm>
            <a:off x="755650" y="5145088"/>
            <a:ext cx="6048375" cy="42100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01" name="Google Shape;201;p23:notes"/>
          <p:cNvSpPr/>
          <p:nvPr>
            <p:ph idx="2" type="sldImg"/>
          </p:nvPr>
        </p:nvSpPr>
        <p:spPr>
          <a:xfrm>
            <a:off x="1374775" y="1336675"/>
            <a:ext cx="4810125" cy="3608388"/>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5" name="Shape 205"/>
        <p:cNvGrpSpPr/>
        <p:nvPr/>
      </p:nvGrpSpPr>
      <p:grpSpPr>
        <a:xfrm>
          <a:off x="0" y="0"/>
          <a:ext cx="0" cy="0"/>
          <a:chOff x="0" y="0"/>
          <a:chExt cx="0" cy="0"/>
        </a:xfrm>
      </p:grpSpPr>
      <p:sp>
        <p:nvSpPr>
          <p:cNvPr id="206" name="Google Shape;206;p24:notes"/>
          <p:cNvSpPr txBox="1"/>
          <p:nvPr>
            <p:ph idx="1" type="body"/>
          </p:nvPr>
        </p:nvSpPr>
        <p:spPr>
          <a:xfrm>
            <a:off x="755650" y="5145088"/>
            <a:ext cx="6048375" cy="42100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07" name="Google Shape;207;p24:notes"/>
          <p:cNvSpPr/>
          <p:nvPr>
            <p:ph idx="2" type="sldImg"/>
          </p:nvPr>
        </p:nvSpPr>
        <p:spPr>
          <a:xfrm>
            <a:off x="1374775" y="1336675"/>
            <a:ext cx="4810125" cy="3608388"/>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1" name="Shape 211"/>
        <p:cNvGrpSpPr/>
        <p:nvPr/>
      </p:nvGrpSpPr>
      <p:grpSpPr>
        <a:xfrm>
          <a:off x="0" y="0"/>
          <a:ext cx="0" cy="0"/>
          <a:chOff x="0" y="0"/>
          <a:chExt cx="0" cy="0"/>
        </a:xfrm>
      </p:grpSpPr>
      <p:sp>
        <p:nvSpPr>
          <p:cNvPr id="212" name="Google Shape;212;p25:notes"/>
          <p:cNvSpPr txBox="1"/>
          <p:nvPr>
            <p:ph idx="1" type="body"/>
          </p:nvPr>
        </p:nvSpPr>
        <p:spPr>
          <a:xfrm>
            <a:off x="755650" y="5145088"/>
            <a:ext cx="6048375" cy="42100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13" name="Google Shape;213;p25:notes"/>
          <p:cNvSpPr/>
          <p:nvPr>
            <p:ph idx="2" type="sldImg"/>
          </p:nvPr>
        </p:nvSpPr>
        <p:spPr>
          <a:xfrm>
            <a:off x="1374775" y="1336675"/>
            <a:ext cx="4810125" cy="3608388"/>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8" name="Shape 218"/>
        <p:cNvGrpSpPr/>
        <p:nvPr/>
      </p:nvGrpSpPr>
      <p:grpSpPr>
        <a:xfrm>
          <a:off x="0" y="0"/>
          <a:ext cx="0" cy="0"/>
          <a:chOff x="0" y="0"/>
          <a:chExt cx="0" cy="0"/>
        </a:xfrm>
      </p:grpSpPr>
      <p:sp>
        <p:nvSpPr>
          <p:cNvPr id="219" name="Google Shape;219;p26:notes"/>
          <p:cNvSpPr txBox="1"/>
          <p:nvPr>
            <p:ph idx="1" type="body"/>
          </p:nvPr>
        </p:nvSpPr>
        <p:spPr>
          <a:xfrm>
            <a:off x="755650" y="5145088"/>
            <a:ext cx="6048375" cy="42100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20" name="Google Shape;220;p26:notes"/>
          <p:cNvSpPr/>
          <p:nvPr>
            <p:ph idx="2" type="sldImg"/>
          </p:nvPr>
        </p:nvSpPr>
        <p:spPr>
          <a:xfrm>
            <a:off x="1374775" y="1336675"/>
            <a:ext cx="4810125" cy="3608388"/>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4" name="Shape 224"/>
        <p:cNvGrpSpPr/>
        <p:nvPr/>
      </p:nvGrpSpPr>
      <p:grpSpPr>
        <a:xfrm>
          <a:off x="0" y="0"/>
          <a:ext cx="0" cy="0"/>
          <a:chOff x="0" y="0"/>
          <a:chExt cx="0" cy="0"/>
        </a:xfrm>
      </p:grpSpPr>
      <p:sp>
        <p:nvSpPr>
          <p:cNvPr id="225" name="Google Shape;225;p27:notes"/>
          <p:cNvSpPr txBox="1"/>
          <p:nvPr>
            <p:ph idx="1" type="body"/>
          </p:nvPr>
        </p:nvSpPr>
        <p:spPr>
          <a:xfrm>
            <a:off x="755650" y="5145088"/>
            <a:ext cx="6048375" cy="42100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26" name="Google Shape;226;p27:notes"/>
          <p:cNvSpPr/>
          <p:nvPr>
            <p:ph idx="2" type="sldImg"/>
          </p:nvPr>
        </p:nvSpPr>
        <p:spPr>
          <a:xfrm>
            <a:off x="1374775" y="1336675"/>
            <a:ext cx="4810125" cy="3608388"/>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0" name="Shape 230"/>
        <p:cNvGrpSpPr/>
        <p:nvPr/>
      </p:nvGrpSpPr>
      <p:grpSpPr>
        <a:xfrm>
          <a:off x="0" y="0"/>
          <a:ext cx="0" cy="0"/>
          <a:chOff x="0" y="0"/>
          <a:chExt cx="0" cy="0"/>
        </a:xfrm>
      </p:grpSpPr>
      <p:sp>
        <p:nvSpPr>
          <p:cNvPr id="231" name="Google Shape;231;p28:notes"/>
          <p:cNvSpPr txBox="1"/>
          <p:nvPr>
            <p:ph idx="1" type="body"/>
          </p:nvPr>
        </p:nvSpPr>
        <p:spPr>
          <a:xfrm>
            <a:off x="755650" y="5145088"/>
            <a:ext cx="6048375" cy="42100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32" name="Google Shape;232;p28:notes"/>
          <p:cNvSpPr/>
          <p:nvPr>
            <p:ph idx="2" type="sldImg"/>
          </p:nvPr>
        </p:nvSpPr>
        <p:spPr>
          <a:xfrm>
            <a:off x="1374775" y="1336675"/>
            <a:ext cx="4810125" cy="3608388"/>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6" name="Shape 236"/>
        <p:cNvGrpSpPr/>
        <p:nvPr/>
      </p:nvGrpSpPr>
      <p:grpSpPr>
        <a:xfrm>
          <a:off x="0" y="0"/>
          <a:ext cx="0" cy="0"/>
          <a:chOff x="0" y="0"/>
          <a:chExt cx="0" cy="0"/>
        </a:xfrm>
      </p:grpSpPr>
      <p:sp>
        <p:nvSpPr>
          <p:cNvPr id="237" name="Google Shape;237;p29:notes"/>
          <p:cNvSpPr txBox="1"/>
          <p:nvPr>
            <p:ph idx="1" type="body"/>
          </p:nvPr>
        </p:nvSpPr>
        <p:spPr>
          <a:xfrm>
            <a:off x="755650" y="5145088"/>
            <a:ext cx="6048375" cy="42100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38" name="Google Shape;238;p29:notes"/>
          <p:cNvSpPr/>
          <p:nvPr>
            <p:ph idx="2" type="sldImg"/>
          </p:nvPr>
        </p:nvSpPr>
        <p:spPr>
          <a:xfrm>
            <a:off x="1374775" y="1336675"/>
            <a:ext cx="4810125" cy="3608388"/>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1" name="Shape 241"/>
        <p:cNvGrpSpPr/>
        <p:nvPr/>
      </p:nvGrpSpPr>
      <p:grpSpPr>
        <a:xfrm>
          <a:off x="0" y="0"/>
          <a:ext cx="0" cy="0"/>
          <a:chOff x="0" y="0"/>
          <a:chExt cx="0" cy="0"/>
        </a:xfrm>
      </p:grpSpPr>
      <p:sp>
        <p:nvSpPr>
          <p:cNvPr id="242" name="Google Shape;242;p30:notes"/>
          <p:cNvSpPr txBox="1"/>
          <p:nvPr>
            <p:ph idx="1" type="body"/>
          </p:nvPr>
        </p:nvSpPr>
        <p:spPr>
          <a:xfrm>
            <a:off x="755650" y="5145088"/>
            <a:ext cx="6048375" cy="42100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43" name="Google Shape;243;p30:notes"/>
          <p:cNvSpPr/>
          <p:nvPr>
            <p:ph idx="2" type="sldImg"/>
          </p:nvPr>
        </p:nvSpPr>
        <p:spPr>
          <a:xfrm>
            <a:off x="1374775" y="1336675"/>
            <a:ext cx="4810125" cy="3608388"/>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6" name="Shape 246"/>
        <p:cNvGrpSpPr/>
        <p:nvPr/>
      </p:nvGrpSpPr>
      <p:grpSpPr>
        <a:xfrm>
          <a:off x="0" y="0"/>
          <a:ext cx="0" cy="0"/>
          <a:chOff x="0" y="0"/>
          <a:chExt cx="0" cy="0"/>
        </a:xfrm>
      </p:grpSpPr>
      <p:sp>
        <p:nvSpPr>
          <p:cNvPr id="247" name="Google Shape;247;p31:notes"/>
          <p:cNvSpPr txBox="1"/>
          <p:nvPr>
            <p:ph idx="1" type="body"/>
          </p:nvPr>
        </p:nvSpPr>
        <p:spPr>
          <a:xfrm>
            <a:off x="755650" y="5145088"/>
            <a:ext cx="6048375" cy="42100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48" name="Google Shape;248;p31:notes"/>
          <p:cNvSpPr/>
          <p:nvPr>
            <p:ph idx="2" type="sldImg"/>
          </p:nvPr>
        </p:nvSpPr>
        <p:spPr>
          <a:xfrm>
            <a:off x="1374775" y="1336675"/>
            <a:ext cx="4810125" cy="3608388"/>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1" name="Shape 251"/>
        <p:cNvGrpSpPr/>
        <p:nvPr/>
      </p:nvGrpSpPr>
      <p:grpSpPr>
        <a:xfrm>
          <a:off x="0" y="0"/>
          <a:ext cx="0" cy="0"/>
          <a:chOff x="0" y="0"/>
          <a:chExt cx="0" cy="0"/>
        </a:xfrm>
      </p:grpSpPr>
      <p:sp>
        <p:nvSpPr>
          <p:cNvPr id="252" name="Google Shape;252;p32:notes"/>
          <p:cNvSpPr txBox="1"/>
          <p:nvPr>
            <p:ph idx="1" type="body"/>
          </p:nvPr>
        </p:nvSpPr>
        <p:spPr>
          <a:xfrm>
            <a:off x="755650" y="5145088"/>
            <a:ext cx="6048375" cy="42100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53" name="Google Shape;253;p32:notes"/>
          <p:cNvSpPr/>
          <p:nvPr>
            <p:ph idx="2" type="sldImg"/>
          </p:nvPr>
        </p:nvSpPr>
        <p:spPr>
          <a:xfrm>
            <a:off x="1374775" y="1336675"/>
            <a:ext cx="4810125" cy="3608388"/>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6" name="Shape 256"/>
        <p:cNvGrpSpPr/>
        <p:nvPr/>
      </p:nvGrpSpPr>
      <p:grpSpPr>
        <a:xfrm>
          <a:off x="0" y="0"/>
          <a:ext cx="0" cy="0"/>
          <a:chOff x="0" y="0"/>
          <a:chExt cx="0" cy="0"/>
        </a:xfrm>
      </p:grpSpPr>
      <p:sp>
        <p:nvSpPr>
          <p:cNvPr id="257" name="Google Shape;257;p33:notes"/>
          <p:cNvSpPr txBox="1"/>
          <p:nvPr>
            <p:ph idx="1" type="body"/>
          </p:nvPr>
        </p:nvSpPr>
        <p:spPr>
          <a:xfrm>
            <a:off x="755650" y="5145088"/>
            <a:ext cx="6048375" cy="42100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58" name="Google Shape;258;p33:notes"/>
          <p:cNvSpPr/>
          <p:nvPr>
            <p:ph idx="2" type="sldImg"/>
          </p:nvPr>
        </p:nvSpPr>
        <p:spPr>
          <a:xfrm>
            <a:off x="1374775" y="1336675"/>
            <a:ext cx="4810125" cy="3608388"/>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2" name="Shape 262"/>
        <p:cNvGrpSpPr/>
        <p:nvPr/>
      </p:nvGrpSpPr>
      <p:grpSpPr>
        <a:xfrm>
          <a:off x="0" y="0"/>
          <a:ext cx="0" cy="0"/>
          <a:chOff x="0" y="0"/>
          <a:chExt cx="0" cy="0"/>
        </a:xfrm>
      </p:grpSpPr>
      <p:sp>
        <p:nvSpPr>
          <p:cNvPr id="263" name="Google Shape;263;g3f5f502d7d8_0_12:notes"/>
          <p:cNvSpPr/>
          <p:nvPr>
            <p:ph idx="2" type="sldImg"/>
          </p:nvPr>
        </p:nvSpPr>
        <p:spPr>
          <a:xfrm>
            <a:off x="1374775" y="1336675"/>
            <a:ext cx="4810200" cy="3608400"/>
          </a:xfrm>
          <a:custGeom>
            <a:rect b="b" l="l" r="r" t="t"/>
            <a:pathLst>
              <a:path extrusionOk="0" h="120000" w="120000">
                <a:moveTo>
                  <a:pt x="0" y="0"/>
                </a:moveTo>
                <a:lnTo>
                  <a:pt x="120000" y="0"/>
                </a:lnTo>
                <a:lnTo>
                  <a:pt x="120000" y="120000"/>
                </a:lnTo>
                <a:lnTo>
                  <a:pt x="0" y="120000"/>
                </a:lnTo>
                <a:close/>
              </a:path>
            </a:pathLst>
          </a:custGeom>
        </p:spPr>
      </p:sp>
      <p:sp>
        <p:nvSpPr>
          <p:cNvPr id="264" name="Google Shape;264;g3f5f502d7d8_0_12:notes"/>
          <p:cNvSpPr txBox="1"/>
          <p:nvPr>
            <p:ph idx="1" type="body"/>
          </p:nvPr>
        </p:nvSpPr>
        <p:spPr>
          <a:xfrm>
            <a:off x="755650" y="5145088"/>
            <a:ext cx="6048300" cy="42102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65" name="Google Shape;265;g3f5f502d7d8_0_12:notes"/>
          <p:cNvSpPr txBox="1"/>
          <p:nvPr>
            <p:ph idx="12" type="sldNum"/>
          </p:nvPr>
        </p:nvSpPr>
        <p:spPr>
          <a:xfrm>
            <a:off x="4281488" y="10155238"/>
            <a:ext cx="3276600" cy="536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9" name="Shape 269"/>
        <p:cNvGrpSpPr/>
        <p:nvPr/>
      </p:nvGrpSpPr>
      <p:grpSpPr>
        <a:xfrm>
          <a:off x="0" y="0"/>
          <a:ext cx="0" cy="0"/>
          <a:chOff x="0" y="0"/>
          <a:chExt cx="0" cy="0"/>
        </a:xfrm>
      </p:grpSpPr>
      <p:sp>
        <p:nvSpPr>
          <p:cNvPr id="270" name="Google Shape;270;g3f5f502d7d8_0_24:notes"/>
          <p:cNvSpPr/>
          <p:nvPr>
            <p:ph idx="2" type="sldImg"/>
          </p:nvPr>
        </p:nvSpPr>
        <p:spPr>
          <a:xfrm>
            <a:off x="1374775" y="1336675"/>
            <a:ext cx="4810200" cy="3608400"/>
          </a:xfrm>
          <a:custGeom>
            <a:rect b="b" l="l" r="r" t="t"/>
            <a:pathLst>
              <a:path extrusionOk="0" h="120000" w="120000">
                <a:moveTo>
                  <a:pt x="0" y="0"/>
                </a:moveTo>
                <a:lnTo>
                  <a:pt x="120000" y="0"/>
                </a:lnTo>
                <a:lnTo>
                  <a:pt x="120000" y="120000"/>
                </a:lnTo>
                <a:lnTo>
                  <a:pt x="0" y="120000"/>
                </a:lnTo>
                <a:close/>
              </a:path>
            </a:pathLst>
          </a:custGeom>
        </p:spPr>
      </p:sp>
      <p:sp>
        <p:nvSpPr>
          <p:cNvPr id="271" name="Google Shape;271;g3f5f502d7d8_0_24:notes"/>
          <p:cNvSpPr txBox="1"/>
          <p:nvPr>
            <p:ph idx="1" type="body"/>
          </p:nvPr>
        </p:nvSpPr>
        <p:spPr>
          <a:xfrm>
            <a:off x="755650" y="5145088"/>
            <a:ext cx="6048300" cy="42102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72" name="Google Shape;272;g3f5f502d7d8_0_24:notes"/>
          <p:cNvSpPr txBox="1"/>
          <p:nvPr>
            <p:ph idx="12" type="sldNum"/>
          </p:nvPr>
        </p:nvSpPr>
        <p:spPr>
          <a:xfrm>
            <a:off x="4281488" y="10155238"/>
            <a:ext cx="3276600" cy="536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7" name="Shape 277"/>
        <p:cNvGrpSpPr/>
        <p:nvPr/>
      </p:nvGrpSpPr>
      <p:grpSpPr>
        <a:xfrm>
          <a:off x="0" y="0"/>
          <a:ext cx="0" cy="0"/>
          <a:chOff x="0" y="0"/>
          <a:chExt cx="0" cy="0"/>
        </a:xfrm>
      </p:grpSpPr>
      <p:sp>
        <p:nvSpPr>
          <p:cNvPr id="278" name="Google Shape;278;g3f5f502d7d8_0_47:notes"/>
          <p:cNvSpPr/>
          <p:nvPr>
            <p:ph idx="2" type="sldImg"/>
          </p:nvPr>
        </p:nvSpPr>
        <p:spPr>
          <a:xfrm>
            <a:off x="1374775" y="1336675"/>
            <a:ext cx="4810200" cy="3608400"/>
          </a:xfrm>
          <a:custGeom>
            <a:rect b="b" l="l" r="r" t="t"/>
            <a:pathLst>
              <a:path extrusionOk="0" h="120000" w="120000">
                <a:moveTo>
                  <a:pt x="0" y="0"/>
                </a:moveTo>
                <a:lnTo>
                  <a:pt x="120000" y="0"/>
                </a:lnTo>
                <a:lnTo>
                  <a:pt x="120000" y="120000"/>
                </a:lnTo>
                <a:lnTo>
                  <a:pt x="0" y="120000"/>
                </a:lnTo>
                <a:close/>
              </a:path>
            </a:pathLst>
          </a:custGeom>
        </p:spPr>
      </p:sp>
      <p:sp>
        <p:nvSpPr>
          <p:cNvPr id="279" name="Google Shape;279;g3f5f502d7d8_0_47:notes"/>
          <p:cNvSpPr txBox="1"/>
          <p:nvPr>
            <p:ph idx="1" type="body"/>
          </p:nvPr>
        </p:nvSpPr>
        <p:spPr>
          <a:xfrm>
            <a:off x="755650" y="5145088"/>
            <a:ext cx="6048300" cy="42102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80" name="Google Shape;280;g3f5f502d7d8_0_47:notes"/>
          <p:cNvSpPr txBox="1"/>
          <p:nvPr>
            <p:ph idx="12" type="sldNum"/>
          </p:nvPr>
        </p:nvSpPr>
        <p:spPr>
          <a:xfrm>
            <a:off x="4281488" y="10155238"/>
            <a:ext cx="3276600" cy="536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7" name="Shape 287"/>
        <p:cNvGrpSpPr/>
        <p:nvPr/>
      </p:nvGrpSpPr>
      <p:grpSpPr>
        <a:xfrm>
          <a:off x="0" y="0"/>
          <a:ext cx="0" cy="0"/>
          <a:chOff x="0" y="0"/>
          <a:chExt cx="0" cy="0"/>
        </a:xfrm>
      </p:grpSpPr>
      <p:sp>
        <p:nvSpPr>
          <p:cNvPr id="288" name="Google Shape;288;g3f5f502d7d8_0_79:notes"/>
          <p:cNvSpPr/>
          <p:nvPr>
            <p:ph idx="2" type="sldImg"/>
          </p:nvPr>
        </p:nvSpPr>
        <p:spPr>
          <a:xfrm>
            <a:off x="1374775" y="1336675"/>
            <a:ext cx="4810200" cy="3608400"/>
          </a:xfrm>
          <a:custGeom>
            <a:rect b="b" l="l" r="r" t="t"/>
            <a:pathLst>
              <a:path extrusionOk="0" h="120000" w="120000">
                <a:moveTo>
                  <a:pt x="0" y="0"/>
                </a:moveTo>
                <a:lnTo>
                  <a:pt x="120000" y="0"/>
                </a:lnTo>
                <a:lnTo>
                  <a:pt x="120000" y="120000"/>
                </a:lnTo>
                <a:lnTo>
                  <a:pt x="0" y="120000"/>
                </a:lnTo>
                <a:close/>
              </a:path>
            </a:pathLst>
          </a:custGeom>
        </p:spPr>
      </p:sp>
      <p:sp>
        <p:nvSpPr>
          <p:cNvPr id="289" name="Google Shape;289;g3f5f502d7d8_0_79:notes"/>
          <p:cNvSpPr txBox="1"/>
          <p:nvPr>
            <p:ph idx="1" type="body"/>
          </p:nvPr>
        </p:nvSpPr>
        <p:spPr>
          <a:xfrm>
            <a:off x="755650" y="5145088"/>
            <a:ext cx="6048300" cy="42102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90" name="Google Shape;290;g3f5f502d7d8_0_79:notes"/>
          <p:cNvSpPr txBox="1"/>
          <p:nvPr>
            <p:ph idx="12" type="sldNum"/>
          </p:nvPr>
        </p:nvSpPr>
        <p:spPr>
          <a:xfrm>
            <a:off x="4281488" y="10155238"/>
            <a:ext cx="3276600" cy="536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9" name="Shape 299"/>
        <p:cNvGrpSpPr/>
        <p:nvPr/>
      </p:nvGrpSpPr>
      <p:grpSpPr>
        <a:xfrm>
          <a:off x="0" y="0"/>
          <a:ext cx="0" cy="0"/>
          <a:chOff x="0" y="0"/>
          <a:chExt cx="0" cy="0"/>
        </a:xfrm>
      </p:grpSpPr>
      <p:sp>
        <p:nvSpPr>
          <p:cNvPr id="300" name="Google Shape;300;g3f5f502d7d8_0_90:notes"/>
          <p:cNvSpPr/>
          <p:nvPr>
            <p:ph idx="2" type="sldImg"/>
          </p:nvPr>
        </p:nvSpPr>
        <p:spPr>
          <a:xfrm>
            <a:off x="1374775" y="1336675"/>
            <a:ext cx="4810200" cy="3608400"/>
          </a:xfrm>
          <a:custGeom>
            <a:rect b="b" l="l" r="r" t="t"/>
            <a:pathLst>
              <a:path extrusionOk="0" h="120000" w="120000">
                <a:moveTo>
                  <a:pt x="0" y="0"/>
                </a:moveTo>
                <a:lnTo>
                  <a:pt x="120000" y="0"/>
                </a:lnTo>
                <a:lnTo>
                  <a:pt x="120000" y="120000"/>
                </a:lnTo>
                <a:lnTo>
                  <a:pt x="0" y="120000"/>
                </a:lnTo>
                <a:close/>
              </a:path>
            </a:pathLst>
          </a:custGeom>
        </p:spPr>
      </p:sp>
      <p:sp>
        <p:nvSpPr>
          <p:cNvPr id="301" name="Google Shape;301;g3f5f502d7d8_0_90:notes"/>
          <p:cNvSpPr txBox="1"/>
          <p:nvPr>
            <p:ph idx="1" type="body"/>
          </p:nvPr>
        </p:nvSpPr>
        <p:spPr>
          <a:xfrm>
            <a:off x="755650" y="5145088"/>
            <a:ext cx="6048300" cy="42102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02" name="Google Shape;302;g3f5f502d7d8_0_90:notes"/>
          <p:cNvSpPr txBox="1"/>
          <p:nvPr>
            <p:ph idx="12" type="sldNum"/>
          </p:nvPr>
        </p:nvSpPr>
        <p:spPr>
          <a:xfrm>
            <a:off x="4281488" y="10155238"/>
            <a:ext cx="3276600" cy="536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4" name="Shape 314"/>
        <p:cNvGrpSpPr/>
        <p:nvPr/>
      </p:nvGrpSpPr>
      <p:grpSpPr>
        <a:xfrm>
          <a:off x="0" y="0"/>
          <a:ext cx="0" cy="0"/>
          <a:chOff x="0" y="0"/>
          <a:chExt cx="0" cy="0"/>
        </a:xfrm>
      </p:grpSpPr>
      <p:sp>
        <p:nvSpPr>
          <p:cNvPr id="315" name="Google Shape;315;g3f5f502d7d8_0_107:notes"/>
          <p:cNvSpPr/>
          <p:nvPr>
            <p:ph idx="2" type="sldImg"/>
          </p:nvPr>
        </p:nvSpPr>
        <p:spPr>
          <a:xfrm>
            <a:off x="1374775" y="1336675"/>
            <a:ext cx="4810200" cy="3608400"/>
          </a:xfrm>
          <a:custGeom>
            <a:rect b="b" l="l" r="r" t="t"/>
            <a:pathLst>
              <a:path extrusionOk="0" h="120000" w="120000">
                <a:moveTo>
                  <a:pt x="0" y="0"/>
                </a:moveTo>
                <a:lnTo>
                  <a:pt x="120000" y="0"/>
                </a:lnTo>
                <a:lnTo>
                  <a:pt x="120000" y="120000"/>
                </a:lnTo>
                <a:lnTo>
                  <a:pt x="0" y="120000"/>
                </a:lnTo>
                <a:close/>
              </a:path>
            </a:pathLst>
          </a:custGeom>
        </p:spPr>
      </p:sp>
      <p:sp>
        <p:nvSpPr>
          <p:cNvPr id="316" name="Google Shape;316;g3f5f502d7d8_0_107:notes"/>
          <p:cNvSpPr txBox="1"/>
          <p:nvPr>
            <p:ph idx="1" type="body"/>
          </p:nvPr>
        </p:nvSpPr>
        <p:spPr>
          <a:xfrm>
            <a:off x="755650" y="5145088"/>
            <a:ext cx="6048300" cy="42102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17" name="Google Shape;317;g3f5f502d7d8_0_107:notes"/>
          <p:cNvSpPr txBox="1"/>
          <p:nvPr>
            <p:ph idx="12" type="sldNum"/>
          </p:nvPr>
        </p:nvSpPr>
        <p:spPr>
          <a:xfrm>
            <a:off x="4281488" y="10155238"/>
            <a:ext cx="3276600" cy="536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1" name="Shape 331"/>
        <p:cNvGrpSpPr/>
        <p:nvPr/>
      </p:nvGrpSpPr>
      <p:grpSpPr>
        <a:xfrm>
          <a:off x="0" y="0"/>
          <a:ext cx="0" cy="0"/>
          <a:chOff x="0" y="0"/>
          <a:chExt cx="0" cy="0"/>
        </a:xfrm>
      </p:grpSpPr>
      <p:sp>
        <p:nvSpPr>
          <p:cNvPr id="332" name="Google Shape;332;p34:notes"/>
          <p:cNvSpPr txBox="1"/>
          <p:nvPr>
            <p:ph idx="1" type="body"/>
          </p:nvPr>
        </p:nvSpPr>
        <p:spPr>
          <a:xfrm>
            <a:off x="755650" y="5145088"/>
            <a:ext cx="6048375" cy="42100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33" name="Google Shape;333;p34:notes"/>
          <p:cNvSpPr/>
          <p:nvPr>
            <p:ph idx="2" type="sldImg"/>
          </p:nvPr>
        </p:nvSpPr>
        <p:spPr>
          <a:xfrm>
            <a:off x="1374775" y="1336675"/>
            <a:ext cx="4810125" cy="3608388"/>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7" name="Shape 337"/>
        <p:cNvGrpSpPr/>
        <p:nvPr/>
      </p:nvGrpSpPr>
      <p:grpSpPr>
        <a:xfrm>
          <a:off x="0" y="0"/>
          <a:ext cx="0" cy="0"/>
          <a:chOff x="0" y="0"/>
          <a:chExt cx="0" cy="0"/>
        </a:xfrm>
      </p:grpSpPr>
      <p:sp>
        <p:nvSpPr>
          <p:cNvPr id="338" name="Google Shape;338;p35:notes"/>
          <p:cNvSpPr txBox="1"/>
          <p:nvPr>
            <p:ph idx="1" type="body"/>
          </p:nvPr>
        </p:nvSpPr>
        <p:spPr>
          <a:xfrm>
            <a:off x="755650" y="5145088"/>
            <a:ext cx="6048375" cy="42100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39" name="Google Shape;339;p35:notes"/>
          <p:cNvSpPr/>
          <p:nvPr>
            <p:ph idx="2" type="sldImg"/>
          </p:nvPr>
        </p:nvSpPr>
        <p:spPr>
          <a:xfrm>
            <a:off x="1374775" y="1336675"/>
            <a:ext cx="4810125" cy="3608388"/>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4" name="Shape 344"/>
        <p:cNvGrpSpPr/>
        <p:nvPr/>
      </p:nvGrpSpPr>
      <p:grpSpPr>
        <a:xfrm>
          <a:off x="0" y="0"/>
          <a:ext cx="0" cy="0"/>
          <a:chOff x="0" y="0"/>
          <a:chExt cx="0" cy="0"/>
        </a:xfrm>
      </p:grpSpPr>
      <p:sp>
        <p:nvSpPr>
          <p:cNvPr id="345" name="Google Shape;345;p36:notes"/>
          <p:cNvSpPr txBox="1"/>
          <p:nvPr>
            <p:ph idx="1" type="body"/>
          </p:nvPr>
        </p:nvSpPr>
        <p:spPr>
          <a:xfrm>
            <a:off x="755650" y="5145088"/>
            <a:ext cx="6048375" cy="42100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46" name="Google Shape;346;p36:notes"/>
          <p:cNvSpPr/>
          <p:nvPr>
            <p:ph idx="2" type="sldImg"/>
          </p:nvPr>
        </p:nvSpPr>
        <p:spPr>
          <a:xfrm>
            <a:off x="1374775" y="1336675"/>
            <a:ext cx="4810125" cy="3608388"/>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0" name="Shape 350"/>
        <p:cNvGrpSpPr/>
        <p:nvPr/>
      </p:nvGrpSpPr>
      <p:grpSpPr>
        <a:xfrm>
          <a:off x="0" y="0"/>
          <a:ext cx="0" cy="0"/>
          <a:chOff x="0" y="0"/>
          <a:chExt cx="0" cy="0"/>
        </a:xfrm>
      </p:grpSpPr>
      <p:sp>
        <p:nvSpPr>
          <p:cNvPr id="351" name="Google Shape;351;p37:notes"/>
          <p:cNvSpPr txBox="1"/>
          <p:nvPr>
            <p:ph idx="1" type="body"/>
          </p:nvPr>
        </p:nvSpPr>
        <p:spPr>
          <a:xfrm>
            <a:off x="755650" y="5145088"/>
            <a:ext cx="6048375" cy="42100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52" name="Google Shape;352;p37:notes"/>
          <p:cNvSpPr/>
          <p:nvPr>
            <p:ph idx="2" type="sldImg"/>
          </p:nvPr>
        </p:nvSpPr>
        <p:spPr>
          <a:xfrm>
            <a:off x="1374775" y="1336675"/>
            <a:ext cx="4810125" cy="3608388"/>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3" name="Shape 373"/>
        <p:cNvGrpSpPr/>
        <p:nvPr/>
      </p:nvGrpSpPr>
      <p:grpSpPr>
        <a:xfrm>
          <a:off x="0" y="0"/>
          <a:ext cx="0" cy="0"/>
          <a:chOff x="0" y="0"/>
          <a:chExt cx="0" cy="0"/>
        </a:xfrm>
      </p:grpSpPr>
      <p:sp>
        <p:nvSpPr>
          <p:cNvPr id="374" name="Google Shape;374;p38:notes"/>
          <p:cNvSpPr txBox="1"/>
          <p:nvPr>
            <p:ph idx="1" type="body"/>
          </p:nvPr>
        </p:nvSpPr>
        <p:spPr>
          <a:xfrm>
            <a:off x="755650" y="5145088"/>
            <a:ext cx="6048375" cy="42100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75" name="Google Shape;375;p38:notes"/>
          <p:cNvSpPr/>
          <p:nvPr>
            <p:ph idx="2" type="sldImg"/>
          </p:nvPr>
        </p:nvSpPr>
        <p:spPr>
          <a:xfrm>
            <a:off x="1374775" y="1336675"/>
            <a:ext cx="4810125" cy="3608388"/>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9" name="Shape 379"/>
        <p:cNvGrpSpPr/>
        <p:nvPr/>
      </p:nvGrpSpPr>
      <p:grpSpPr>
        <a:xfrm>
          <a:off x="0" y="0"/>
          <a:ext cx="0" cy="0"/>
          <a:chOff x="0" y="0"/>
          <a:chExt cx="0" cy="0"/>
        </a:xfrm>
      </p:grpSpPr>
      <p:sp>
        <p:nvSpPr>
          <p:cNvPr id="380" name="Google Shape;380;p39:notes"/>
          <p:cNvSpPr txBox="1"/>
          <p:nvPr>
            <p:ph idx="1" type="body"/>
          </p:nvPr>
        </p:nvSpPr>
        <p:spPr>
          <a:xfrm>
            <a:off x="755650" y="5145088"/>
            <a:ext cx="6048375" cy="42100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81" name="Google Shape;381;p39:notes"/>
          <p:cNvSpPr/>
          <p:nvPr>
            <p:ph idx="2" type="sldImg"/>
          </p:nvPr>
        </p:nvSpPr>
        <p:spPr>
          <a:xfrm>
            <a:off x="1374775" y="1336675"/>
            <a:ext cx="4810125" cy="3608388"/>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7" name="Shape 387"/>
        <p:cNvGrpSpPr/>
        <p:nvPr/>
      </p:nvGrpSpPr>
      <p:grpSpPr>
        <a:xfrm>
          <a:off x="0" y="0"/>
          <a:ext cx="0" cy="0"/>
          <a:chOff x="0" y="0"/>
          <a:chExt cx="0" cy="0"/>
        </a:xfrm>
      </p:grpSpPr>
      <p:sp>
        <p:nvSpPr>
          <p:cNvPr id="388" name="Google Shape;388;p40:notes"/>
          <p:cNvSpPr txBox="1"/>
          <p:nvPr>
            <p:ph idx="1" type="body"/>
          </p:nvPr>
        </p:nvSpPr>
        <p:spPr>
          <a:xfrm>
            <a:off x="755650" y="5145088"/>
            <a:ext cx="6048375" cy="42100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89" name="Google Shape;389;p40:notes"/>
          <p:cNvSpPr/>
          <p:nvPr>
            <p:ph idx="2" type="sldImg"/>
          </p:nvPr>
        </p:nvSpPr>
        <p:spPr>
          <a:xfrm>
            <a:off x="1374775" y="1336675"/>
            <a:ext cx="4810125" cy="3608388"/>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3" name="Shape 393"/>
        <p:cNvGrpSpPr/>
        <p:nvPr/>
      </p:nvGrpSpPr>
      <p:grpSpPr>
        <a:xfrm>
          <a:off x="0" y="0"/>
          <a:ext cx="0" cy="0"/>
          <a:chOff x="0" y="0"/>
          <a:chExt cx="0" cy="0"/>
        </a:xfrm>
      </p:grpSpPr>
      <p:sp>
        <p:nvSpPr>
          <p:cNvPr id="394" name="Google Shape;394;p41:notes"/>
          <p:cNvSpPr txBox="1"/>
          <p:nvPr>
            <p:ph idx="1" type="body"/>
          </p:nvPr>
        </p:nvSpPr>
        <p:spPr>
          <a:xfrm>
            <a:off x="755650" y="5145088"/>
            <a:ext cx="6048375" cy="42100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95" name="Google Shape;395;p41:notes"/>
          <p:cNvSpPr/>
          <p:nvPr>
            <p:ph idx="2" type="sldImg"/>
          </p:nvPr>
        </p:nvSpPr>
        <p:spPr>
          <a:xfrm>
            <a:off x="1374775" y="1336675"/>
            <a:ext cx="4810125" cy="3608388"/>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9" name="Shape 399"/>
        <p:cNvGrpSpPr/>
        <p:nvPr/>
      </p:nvGrpSpPr>
      <p:grpSpPr>
        <a:xfrm>
          <a:off x="0" y="0"/>
          <a:ext cx="0" cy="0"/>
          <a:chOff x="0" y="0"/>
          <a:chExt cx="0" cy="0"/>
        </a:xfrm>
      </p:grpSpPr>
      <p:sp>
        <p:nvSpPr>
          <p:cNvPr id="400" name="Google Shape;400;p42:notes"/>
          <p:cNvSpPr txBox="1"/>
          <p:nvPr>
            <p:ph idx="1" type="body"/>
          </p:nvPr>
        </p:nvSpPr>
        <p:spPr>
          <a:xfrm>
            <a:off x="755650" y="5145088"/>
            <a:ext cx="6048375" cy="42100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01" name="Google Shape;401;p42:notes"/>
          <p:cNvSpPr/>
          <p:nvPr>
            <p:ph idx="2" type="sldImg"/>
          </p:nvPr>
        </p:nvSpPr>
        <p:spPr>
          <a:xfrm>
            <a:off x="1374775" y="1336675"/>
            <a:ext cx="4810125" cy="3608388"/>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7" name="Shape 407"/>
        <p:cNvGrpSpPr/>
        <p:nvPr/>
      </p:nvGrpSpPr>
      <p:grpSpPr>
        <a:xfrm>
          <a:off x="0" y="0"/>
          <a:ext cx="0" cy="0"/>
          <a:chOff x="0" y="0"/>
          <a:chExt cx="0" cy="0"/>
        </a:xfrm>
      </p:grpSpPr>
      <p:sp>
        <p:nvSpPr>
          <p:cNvPr id="408" name="Google Shape;408;p43:notes"/>
          <p:cNvSpPr txBox="1"/>
          <p:nvPr>
            <p:ph idx="1" type="body"/>
          </p:nvPr>
        </p:nvSpPr>
        <p:spPr>
          <a:xfrm>
            <a:off x="755650" y="5145088"/>
            <a:ext cx="6048375" cy="42100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09" name="Google Shape;409;p43:notes"/>
          <p:cNvSpPr/>
          <p:nvPr>
            <p:ph idx="2" type="sldImg"/>
          </p:nvPr>
        </p:nvSpPr>
        <p:spPr>
          <a:xfrm>
            <a:off x="1374775" y="1336675"/>
            <a:ext cx="4810125" cy="3608388"/>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4" name="Shape 414"/>
        <p:cNvGrpSpPr/>
        <p:nvPr/>
      </p:nvGrpSpPr>
      <p:grpSpPr>
        <a:xfrm>
          <a:off x="0" y="0"/>
          <a:ext cx="0" cy="0"/>
          <a:chOff x="0" y="0"/>
          <a:chExt cx="0" cy="0"/>
        </a:xfrm>
      </p:grpSpPr>
      <p:sp>
        <p:nvSpPr>
          <p:cNvPr id="415" name="Google Shape;415;p44:notes"/>
          <p:cNvSpPr txBox="1"/>
          <p:nvPr>
            <p:ph idx="1" type="body"/>
          </p:nvPr>
        </p:nvSpPr>
        <p:spPr>
          <a:xfrm>
            <a:off x="755650" y="5145088"/>
            <a:ext cx="6048375" cy="42100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16" name="Google Shape;416;p44:notes"/>
          <p:cNvSpPr/>
          <p:nvPr>
            <p:ph idx="2" type="sldImg"/>
          </p:nvPr>
        </p:nvSpPr>
        <p:spPr>
          <a:xfrm>
            <a:off x="1374775" y="1336675"/>
            <a:ext cx="4810125" cy="3608388"/>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0" name="Shape 420"/>
        <p:cNvGrpSpPr/>
        <p:nvPr/>
      </p:nvGrpSpPr>
      <p:grpSpPr>
        <a:xfrm>
          <a:off x="0" y="0"/>
          <a:ext cx="0" cy="0"/>
          <a:chOff x="0" y="0"/>
          <a:chExt cx="0" cy="0"/>
        </a:xfrm>
      </p:grpSpPr>
      <p:sp>
        <p:nvSpPr>
          <p:cNvPr id="421" name="Google Shape;421;p45:notes"/>
          <p:cNvSpPr txBox="1"/>
          <p:nvPr>
            <p:ph idx="1" type="body"/>
          </p:nvPr>
        </p:nvSpPr>
        <p:spPr>
          <a:xfrm>
            <a:off x="755650" y="5145088"/>
            <a:ext cx="6048375" cy="42100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22" name="Google Shape;422;p45:notes"/>
          <p:cNvSpPr/>
          <p:nvPr>
            <p:ph idx="2" type="sldImg"/>
          </p:nvPr>
        </p:nvSpPr>
        <p:spPr>
          <a:xfrm>
            <a:off x="1374775" y="1336675"/>
            <a:ext cx="4810125" cy="3608388"/>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7" name="Shape 427"/>
        <p:cNvGrpSpPr/>
        <p:nvPr/>
      </p:nvGrpSpPr>
      <p:grpSpPr>
        <a:xfrm>
          <a:off x="0" y="0"/>
          <a:ext cx="0" cy="0"/>
          <a:chOff x="0" y="0"/>
          <a:chExt cx="0" cy="0"/>
        </a:xfrm>
      </p:grpSpPr>
      <p:sp>
        <p:nvSpPr>
          <p:cNvPr id="428" name="Google Shape;428;p46:notes"/>
          <p:cNvSpPr txBox="1"/>
          <p:nvPr>
            <p:ph idx="1" type="body"/>
          </p:nvPr>
        </p:nvSpPr>
        <p:spPr>
          <a:xfrm>
            <a:off x="755650" y="5145088"/>
            <a:ext cx="6048375" cy="42100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29" name="Google Shape;429;p46:notes"/>
          <p:cNvSpPr/>
          <p:nvPr>
            <p:ph idx="2" type="sldImg"/>
          </p:nvPr>
        </p:nvSpPr>
        <p:spPr>
          <a:xfrm>
            <a:off x="1374775" y="1336675"/>
            <a:ext cx="4810125" cy="3608388"/>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4" name="Shape 434"/>
        <p:cNvGrpSpPr/>
        <p:nvPr/>
      </p:nvGrpSpPr>
      <p:grpSpPr>
        <a:xfrm>
          <a:off x="0" y="0"/>
          <a:ext cx="0" cy="0"/>
          <a:chOff x="0" y="0"/>
          <a:chExt cx="0" cy="0"/>
        </a:xfrm>
      </p:grpSpPr>
      <p:sp>
        <p:nvSpPr>
          <p:cNvPr id="435" name="Google Shape;435;p47:notes"/>
          <p:cNvSpPr txBox="1"/>
          <p:nvPr>
            <p:ph idx="1" type="body"/>
          </p:nvPr>
        </p:nvSpPr>
        <p:spPr>
          <a:xfrm>
            <a:off x="755650" y="5145088"/>
            <a:ext cx="6048375" cy="42100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36" name="Google Shape;436;p47:notes"/>
          <p:cNvSpPr/>
          <p:nvPr>
            <p:ph idx="2" type="sldImg"/>
          </p:nvPr>
        </p:nvSpPr>
        <p:spPr>
          <a:xfrm>
            <a:off x="1374775" y="1336675"/>
            <a:ext cx="4810125" cy="3608388"/>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0" name="Shape 440"/>
        <p:cNvGrpSpPr/>
        <p:nvPr/>
      </p:nvGrpSpPr>
      <p:grpSpPr>
        <a:xfrm>
          <a:off x="0" y="0"/>
          <a:ext cx="0" cy="0"/>
          <a:chOff x="0" y="0"/>
          <a:chExt cx="0" cy="0"/>
        </a:xfrm>
      </p:grpSpPr>
      <p:sp>
        <p:nvSpPr>
          <p:cNvPr id="441" name="Google Shape;441;p48:notes"/>
          <p:cNvSpPr txBox="1"/>
          <p:nvPr>
            <p:ph idx="1" type="body"/>
          </p:nvPr>
        </p:nvSpPr>
        <p:spPr>
          <a:xfrm>
            <a:off x="755650" y="5145088"/>
            <a:ext cx="6048375" cy="42100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42" name="Google Shape;442;p48:notes"/>
          <p:cNvSpPr/>
          <p:nvPr>
            <p:ph idx="2" type="sldImg"/>
          </p:nvPr>
        </p:nvSpPr>
        <p:spPr>
          <a:xfrm>
            <a:off x="1374775" y="1336675"/>
            <a:ext cx="4810125" cy="3608388"/>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0" name="Shape 450"/>
        <p:cNvGrpSpPr/>
        <p:nvPr/>
      </p:nvGrpSpPr>
      <p:grpSpPr>
        <a:xfrm>
          <a:off x="0" y="0"/>
          <a:ext cx="0" cy="0"/>
          <a:chOff x="0" y="0"/>
          <a:chExt cx="0" cy="0"/>
        </a:xfrm>
      </p:grpSpPr>
      <p:sp>
        <p:nvSpPr>
          <p:cNvPr id="451" name="Google Shape;451;p49:notes"/>
          <p:cNvSpPr txBox="1"/>
          <p:nvPr>
            <p:ph idx="1" type="body"/>
          </p:nvPr>
        </p:nvSpPr>
        <p:spPr>
          <a:xfrm>
            <a:off x="755650" y="5145088"/>
            <a:ext cx="6048375" cy="42100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52" name="Google Shape;452;p49:notes"/>
          <p:cNvSpPr/>
          <p:nvPr>
            <p:ph idx="2" type="sldImg"/>
          </p:nvPr>
        </p:nvSpPr>
        <p:spPr>
          <a:xfrm>
            <a:off x="1374775" y="1336675"/>
            <a:ext cx="4810125" cy="3608388"/>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5" name="Shape 455"/>
        <p:cNvGrpSpPr/>
        <p:nvPr/>
      </p:nvGrpSpPr>
      <p:grpSpPr>
        <a:xfrm>
          <a:off x="0" y="0"/>
          <a:ext cx="0" cy="0"/>
          <a:chOff x="0" y="0"/>
          <a:chExt cx="0" cy="0"/>
        </a:xfrm>
      </p:grpSpPr>
      <p:sp>
        <p:nvSpPr>
          <p:cNvPr id="456" name="Google Shape;456;p50:notes"/>
          <p:cNvSpPr txBox="1"/>
          <p:nvPr>
            <p:ph idx="1" type="body"/>
          </p:nvPr>
        </p:nvSpPr>
        <p:spPr>
          <a:xfrm>
            <a:off x="755650" y="5145088"/>
            <a:ext cx="6048375" cy="42100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57" name="Google Shape;457;p50:notes"/>
          <p:cNvSpPr/>
          <p:nvPr>
            <p:ph idx="2" type="sldImg"/>
          </p:nvPr>
        </p:nvSpPr>
        <p:spPr>
          <a:xfrm>
            <a:off x="1374775" y="1336675"/>
            <a:ext cx="4810125" cy="3608388"/>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1" name="Shape 461"/>
        <p:cNvGrpSpPr/>
        <p:nvPr/>
      </p:nvGrpSpPr>
      <p:grpSpPr>
        <a:xfrm>
          <a:off x="0" y="0"/>
          <a:ext cx="0" cy="0"/>
          <a:chOff x="0" y="0"/>
          <a:chExt cx="0" cy="0"/>
        </a:xfrm>
      </p:grpSpPr>
      <p:sp>
        <p:nvSpPr>
          <p:cNvPr id="462" name="Google Shape;462;p51:notes"/>
          <p:cNvSpPr txBox="1"/>
          <p:nvPr>
            <p:ph idx="1" type="body"/>
          </p:nvPr>
        </p:nvSpPr>
        <p:spPr>
          <a:xfrm>
            <a:off x="755650" y="5145088"/>
            <a:ext cx="6048375" cy="42100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63" name="Google Shape;463;p51:notes"/>
          <p:cNvSpPr/>
          <p:nvPr>
            <p:ph idx="2" type="sldImg"/>
          </p:nvPr>
        </p:nvSpPr>
        <p:spPr>
          <a:xfrm>
            <a:off x="1374775" y="1336675"/>
            <a:ext cx="4810125" cy="3608388"/>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8" name="Shape 468"/>
        <p:cNvGrpSpPr/>
        <p:nvPr/>
      </p:nvGrpSpPr>
      <p:grpSpPr>
        <a:xfrm>
          <a:off x="0" y="0"/>
          <a:ext cx="0" cy="0"/>
          <a:chOff x="0" y="0"/>
          <a:chExt cx="0" cy="0"/>
        </a:xfrm>
      </p:grpSpPr>
      <p:sp>
        <p:nvSpPr>
          <p:cNvPr id="469" name="Google Shape;469;p52:notes"/>
          <p:cNvSpPr txBox="1"/>
          <p:nvPr>
            <p:ph idx="1" type="body"/>
          </p:nvPr>
        </p:nvSpPr>
        <p:spPr>
          <a:xfrm>
            <a:off x="755650" y="5145088"/>
            <a:ext cx="6048375" cy="42100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70" name="Google Shape;470;p52:notes"/>
          <p:cNvSpPr/>
          <p:nvPr>
            <p:ph idx="2" type="sldImg"/>
          </p:nvPr>
        </p:nvSpPr>
        <p:spPr>
          <a:xfrm>
            <a:off x="1374775" y="1336675"/>
            <a:ext cx="4810125" cy="3608388"/>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5" name="Shape 475"/>
        <p:cNvGrpSpPr/>
        <p:nvPr/>
      </p:nvGrpSpPr>
      <p:grpSpPr>
        <a:xfrm>
          <a:off x="0" y="0"/>
          <a:ext cx="0" cy="0"/>
          <a:chOff x="0" y="0"/>
          <a:chExt cx="0" cy="0"/>
        </a:xfrm>
      </p:grpSpPr>
      <p:sp>
        <p:nvSpPr>
          <p:cNvPr id="476" name="Google Shape;476;p53:notes"/>
          <p:cNvSpPr txBox="1"/>
          <p:nvPr>
            <p:ph idx="1" type="body"/>
          </p:nvPr>
        </p:nvSpPr>
        <p:spPr>
          <a:xfrm>
            <a:off x="755650" y="5145088"/>
            <a:ext cx="6048375" cy="42100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77" name="Google Shape;477;p53:notes"/>
          <p:cNvSpPr/>
          <p:nvPr>
            <p:ph idx="2" type="sldImg"/>
          </p:nvPr>
        </p:nvSpPr>
        <p:spPr>
          <a:xfrm>
            <a:off x="1374775" y="1336675"/>
            <a:ext cx="4810125" cy="3608388"/>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1" name="Shape 481"/>
        <p:cNvGrpSpPr/>
        <p:nvPr/>
      </p:nvGrpSpPr>
      <p:grpSpPr>
        <a:xfrm>
          <a:off x="0" y="0"/>
          <a:ext cx="0" cy="0"/>
          <a:chOff x="0" y="0"/>
          <a:chExt cx="0" cy="0"/>
        </a:xfrm>
      </p:grpSpPr>
      <p:sp>
        <p:nvSpPr>
          <p:cNvPr id="482" name="Google Shape;482;p54:notes"/>
          <p:cNvSpPr txBox="1"/>
          <p:nvPr>
            <p:ph idx="1" type="body"/>
          </p:nvPr>
        </p:nvSpPr>
        <p:spPr>
          <a:xfrm>
            <a:off x="755650" y="5145088"/>
            <a:ext cx="6048375" cy="42100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83" name="Google Shape;483;p54:notes"/>
          <p:cNvSpPr/>
          <p:nvPr>
            <p:ph idx="2" type="sldImg"/>
          </p:nvPr>
        </p:nvSpPr>
        <p:spPr>
          <a:xfrm>
            <a:off x="1374775" y="1336675"/>
            <a:ext cx="4810125" cy="3608388"/>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7" name="Shape 487"/>
        <p:cNvGrpSpPr/>
        <p:nvPr/>
      </p:nvGrpSpPr>
      <p:grpSpPr>
        <a:xfrm>
          <a:off x="0" y="0"/>
          <a:ext cx="0" cy="0"/>
          <a:chOff x="0" y="0"/>
          <a:chExt cx="0" cy="0"/>
        </a:xfrm>
      </p:grpSpPr>
      <p:sp>
        <p:nvSpPr>
          <p:cNvPr id="488" name="Google Shape;488;p55:notes"/>
          <p:cNvSpPr txBox="1"/>
          <p:nvPr>
            <p:ph idx="1" type="body"/>
          </p:nvPr>
        </p:nvSpPr>
        <p:spPr>
          <a:xfrm>
            <a:off x="755650" y="5145088"/>
            <a:ext cx="6048375" cy="42100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89" name="Google Shape;489;p55:notes"/>
          <p:cNvSpPr/>
          <p:nvPr>
            <p:ph idx="2" type="sldImg"/>
          </p:nvPr>
        </p:nvSpPr>
        <p:spPr>
          <a:xfrm>
            <a:off x="1374775" y="1336675"/>
            <a:ext cx="4810125" cy="3608388"/>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2" name="Shape 492"/>
        <p:cNvGrpSpPr/>
        <p:nvPr/>
      </p:nvGrpSpPr>
      <p:grpSpPr>
        <a:xfrm>
          <a:off x="0" y="0"/>
          <a:ext cx="0" cy="0"/>
          <a:chOff x="0" y="0"/>
          <a:chExt cx="0" cy="0"/>
        </a:xfrm>
      </p:grpSpPr>
      <p:sp>
        <p:nvSpPr>
          <p:cNvPr id="493" name="Google Shape;493;p56:notes"/>
          <p:cNvSpPr txBox="1"/>
          <p:nvPr>
            <p:ph idx="1" type="body"/>
          </p:nvPr>
        </p:nvSpPr>
        <p:spPr>
          <a:xfrm>
            <a:off x="755650" y="5145088"/>
            <a:ext cx="6048375" cy="42100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94" name="Google Shape;494;p56:notes"/>
          <p:cNvSpPr/>
          <p:nvPr>
            <p:ph idx="2" type="sldImg"/>
          </p:nvPr>
        </p:nvSpPr>
        <p:spPr>
          <a:xfrm>
            <a:off x="1374775" y="1336675"/>
            <a:ext cx="4810125" cy="3608388"/>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8" name="Shape 498"/>
        <p:cNvGrpSpPr/>
        <p:nvPr/>
      </p:nvGrpSpPr>
      <p:grpSpPr>
        <a:xfrm>
          <a:off x="0" y="0"/>
          <a:ext cx="0" cy="0"/>
          <a:chOff x="0" y="0"/>
          <a:chExt cx="0" cy="0"/>
        </a:xfrm>
      </p:grpSpPr>
      <p:sp>
        <p:nvSpPr>
          <p:cNvPr id="499" name="Google Shape;499;p57:notes"/>
          <p:cNvSpPr txBox="1"/>
          <p:nvPr>
            <p:ph idx="1" type="body"/>
          </p:nvPr>
        </p:nvSpPr>
        <p:spPr>
          <a:xfrm>
            <a:off x="755650" y="5145088"/>
            <a:ext cx="6048375" cy="42100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00" name="Google Shape;500;p57:notes"/>
          <p:cNvSpPr/>
          <p:nvPr>
            <p:ph idx="2" type="sldImg"/>
          </p:nvPr>
        </p:nvSpPr>
        <p:spPr>
          <a:xfrm>
            <a:off x="1374775" y="1336675"/>
            <a:ext cx="4810125" cy="3608388"/>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4" name="Shape 504"/>
        <p:cNvGrpSpPr/>
        <p:nvPr/>
      </p:nvGrpSpPr>
      <p:grpSpPr>
        <a:xfrm>
          <a:off x="0" y="0"/>
          <a:ext cx="0" cy="0"/>
          <a:chOff x="0" y="0"/>
          <a:chExt cx="0" cy="0"/>
        </a:xfrm>
      </p:grpSpPr>
      <p:sp>
        <p:nvSpPr>
          <p:cNvPr id="505" name="Google Shape;505;p58:notes"/>
          <p:cNvSpPr txBox="1"/>
          <p:nvPr>
            <p:ph idx="1" type="body"/>
          </p:nvPr>
        </p:nvSpPr>
        <p:spPr>
          <a:xfrm>
            <a:off x="755650" y="5145088"/>
            <a:ext cx="6048375" cy="42100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06" name="Google Shape;506;p58:notes"/>
          <p:cNvSpPr/>
          <p:nvPr>
            <p:ph idx="2" type="sldImg"/>
          </p:nvPr>
        </p:nvSpPr>
        <p:spPr>
          <a:xfrm>
            <a:off x="1374775" y="1336675"/>
            <a:ext cx="4810125" cy="3608388"/>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0" name="Shape 510"/>
        <p:cNvGrpSpPr/>
        <p:nvPr/>
      </p:nvGrpSpPr>
      <p:grpSpPr>
        <a:xfrm>
          <a:off x="0" y="0"/>
          <a:ext cx="0" cy="0"/>
          <a:chOff x="0" y="0"/>
          <a:chExt cx="0" cy="0"/>
        </a:xfrm>
      </p:grpSpPr>
      <p:sp>
        <p:nvSpPr>
          <p:cNvPr id="511" name="Google Shape;511;p59:notes"/>
          <p:cNvSpPr txBox="1"/>
          <p:nvPr>
            <p:ph idx="1" type="body"/>
          </p:nvPr>
        </p:nvSpPr>
        <p:spPr>
          <a:xfrm>
            <a:off x="755650" y="5145088"/>
            <a:ext cx="6048375" cy="42100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12" name="Google Shape;512;p59:notes"/>
          <p:cNvSpPr/>
          <p:nvPr>
            <p:ph idx="2" type="sldImg"/>
          </p:nvPr>
        </p:nvSpPr>
        <p:spPr>
          <a:xfrm>
            <a:off x="1374775" y="1336675"/>
            <a:ext cx="4810125" cy="3608388"/>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6" name="Shape 516"/>
        <p:cNvGrpSpPr/>
        <p:nvPr/>
      </p:nvGrpSpPr>
      <p:grpSpPr>
        <a:xfrm>
          <a:off x="0" y="0"/>
          <a:ext cx="0" cy="0"/>
          <a:chOff x="0" y="0"/>
          <a:chExt cx="0" cy="0"/>
        </a:xfrm>
      </p:grpSpPr>
      <p:sp>
        <p:nvSpPr>
          <p:cNvPr id="517" name="Google Shape;517;p60:notes"/>
          <p:cNvSpPr txBox="1"/>
          <p:nvPr>
            <p:ph idx="1" type="body"/>
          </p:nvPr>
        </p:nvSpPr>
        <p:spPr>
          <a:xfrm>
            <a:off x="755650" y="5145088"/>
            <a:ext cx="6048375" cy="42100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18" name="Google Shape;518;p60:notes"/>
          <p:cNvSpPr/>
          <p:nvPr>
            <p:ph idx="2" type="sldImg"/>
          </p:nvPr>
        </p:nvSpPr>
        <p:spPr>
          <a:xfrm>
            <a:off x="1374775" y="1336675"/>
            <a:ext cx="4810125" cy="3608388"/>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1" name="Shape 521"/>
        <p:cNvGrpSpPr/>
        <p:nvPr/>
      </p:nvGrpSpPr>
      <p:grpSpPr>
        <a:xfrm>
          <a:off x="0" y="0"/>
          <a:ext cx="0" cy="0"/>
          <a:chOff x="0" y="0"/>
          <a:chExt cx="0" cy="0"/>
        </a:xfrm>
      </p:grpSpPr>
      <p:sp>
        <p:nvSpPr>
          <p:cNvPr id="522" name="Google Shape;522;p61:notes"/>
          <p:cNvSpPr txBox="1"/>
          <p:nvPr>
            <p:ph idx="1" type="body"/>
          </p:nvPr>
        </p:nvSpPr>
        <p:spPr>
          <a:xfrm>
            <a:off x="755650" y="5145088"/>
            <a:ext cx="6048375" cy="42100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23" name="Google Shape;523;p61:notes"/>
          <p:cNvSpPr/>
          <p:nvPr>
            <p:ph idx="2" type="sldImg"/>
          </p:nvPr>
        </p:nvSpPr>
        <p:spPr>
          <a:xfrm>
            <a:off x="1374775" y="1336675"/>
            <a:ext cx="4810125" cy="3608388"/>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7" name="Shape 527"/>
        <p:cNvGrpSpPr/>
        <p:nvPr/>
      </p:nvGrpSpPr>
      <p:grpSpPr>
        <a:xfrm>
          <a:off x="0" y="0"/>
          <a:ext cx="0" cy="0"/>
          <a:chOff x="0" y="0"/>
          <a:chExt cx="0" cy="0"/>
        </a:xfrm>
      </p:grpSpPr>
      <p:sp>
        <p:nvSpPr>
          <p:cNvPr id="528" name="Google Shape;528;p62:notes"/>
          <p:cNvSpPr txBox="1"/>
          <p:nvPr>
            <p:ph idx="1" type="body"/>
          </p:nvPr>
        </p:nvSpPr>
        <p:spPr>
          <a:xfrm>
            <a:off x="755650" y="5145088"/>
            <a:ext cx="6048375" cy="42100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29" name="Google Shape;529;p62:notes"/>
          <p:cNvSpPr/>
          <p:nvPr>
            <p:ph idx="2" type="sldImg"/>
          </p:nvPr>
        </p:nvSpPr>
        <p:spPr>
          <a:xfrm>
            <a:off x="1374775" y="1336675"/>
            <a:ext cx="4810125" cy="3608388"/>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3" name="Shape 533"/>
        <p:cNvGrpSpPr/>
        <p:nvPr/>
      </p:nvGrpSpPr>
      <p:grpSpPr>
        <a:xfrm>
          <a:off x="0" y="0"/>
          <a:ext cx="0" cy="0"/>
          <a:chOff x="0" y="0"/>
          <a:chExt cx="0" cy="0"/>
        </a:xfrm>
      </p:grpSpPr>
      <p:sp>
        <p:nvSpPr>
          <p:cNvPr id="534" name="Google Shape;534;p63:notes"/>
          <p:cNvSpPr txBox="1"/>
          <p:nvPr>
            <p:ph idx="1" type="body"/>
          </p:nvPr>
        </p:nvSpPr>
        <p:spPr>
          <a:xfrm>
            <a:off x="755650" y="5145088"/>
            <a:ext cx="6048375" cy="42100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35" name="Google Shape;535;p63:notes"/>
          <p:cNvSpPr/>
          <p:nvPr>
            <p:ph idx="2" type="sldImg"/>
          </p:nvPr>
        </p:nvSpPr>
        <p:spPr>
          <a:xfrm>
            <a:off x="1374775" y="1336675"/>
            <a:ext cx="4810125" cy="3608388"/>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8" name="Shape 538"/>
        <p:cNvGrpSpPr/>
        <p:nvPr/>
      </p:nvGrpSpPr>
      <p:grpSpPr>
        <a:xfrm>
          <a:off x="0" y="0"/>
          <a:ext cx="0" cy="0"/>
          <a:chOff x="0" y="0"/>
          <a:chExt cx="0" cy="0"/>
        </a:xfrm>
      </p:grpSpPr>
      <p:sp>
        <p:nvSpPr>
          <p:cNvPr id="539" name="Google Shape;539;p64:notes"/>
          <p:cNvSpPr txBox="1"/>
          <p:nvPr>
            <p:ph idx="1" type="body"/>
          </p:nvPr>
        </p:nvSpPr>
        <p:spPr>
          <a:xfrm>
            <a:off x="755650" y="5145088"/>
            <a:ext cx="6048375" cy="42100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40" name="Google Shape;540;p64:notes"/>
          <p:cNvSpPr/>
          <p:nvPr>
            <p:ph idx="2" type="sldImg"/>
          </p:nvPr>
        </p:nvSpPr>
        <p:spPr>
          <a:xfrm>
            <a:off x="1374775" y="1336675"/>
            <a:ext cx="4810125" cy="3608388"/>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4" name="Shape 544"/>
        <p:cNvGrpSpPr/>
        <p:nvPr/>
      </p:nvGrpSpPr>
      <p:grpSpPr>
        <a:xfrm>
          <a:off x="0" y="0"/>
          <a:ext cx="0" cy="0"/>
          <a:chOff x="0" y="0"/>
          <a:chExt cx="0" cy="0"/>
        </a:xfrm>
      </p:grpSpPr>
      <p:sp>
        <p:nvSpPr>
          <p:cNvPr id="545" name="Google Shape;545;p65:notes"/>
          <p:cNvSpPr txBox="1"/>
          <p:nvPr>
            <p:ph idx="1" type="body"/>
          </p:nvPr>
        </p:nvSpPr>
        <p:spPr>
          <a:xfrm>
            <a:off x="755650" y="5145088"/>
            <a:ext cx="6048375" cy="42100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46" name="Google Shape;546;p65:notes"/>
          <p:cNvSpPr/>
          <p:nvPr>
            <p:ph idx="2" type="sldImg"/>
          </p:nvPr>
        </p:nvSpPr>
        <p:spPr>
          <a:xfrm>
            <a:off x="1374775" y="1336675"/>
            <a:ext cx="4810125" cy="3608388"/>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0" name="Shape 550"/>
        <p:cNvGrpSpPr/>
        <p:nvPr/>
      </p:nvGrpSpPr>
      <p:grpSpPr>
        <a:xfrm>
          <a:off x="0" y="0"/>
          <a:ext cx="0" cy="0"/>
          <a:chOff x="0" y="0"/>
          <a:chExt cx="0" cy="0"/>
        </a:xfrm>
      </p:grpSpPr>
      <p:sp>
        <p:nvSpPr>
          <p:cNvPr id="551" name="Google Shape;551;p66:notes"/>
          <p:cNvSpPr txBox="1"/>
          <p:nvPr>
            <p:ph idx="1" type="body"/>
          </p:nvPr>
        </p:nvSpPr>
        <p:spPr>
          <a:xfrm>
            <a:off x="755650" y="5145088"/>
            <a:ext cx="6048375" cy="42100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52" name="Google Shape;552;p66:notes"/>
          <p:cNvSpPr/>
          <p:nvPr>
            <p:ph idx="2" type="sldImg"/>
          </p:nvPr>
        </p:nvSpPr>
        <p:spPr>
          <a:xfrm>
            <a:off x="1374775" y="1336675"/>
            <a:ext cx="4810125" cy="3608388"/>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6" name="Shape 556"/>
        <p:cNvGrpSpPr/>
        <p:nvPr/>
      </p:nvGrpSpPr>
      <p:grpSpPr>
        <a:xfrm>
          <a:off x="0" y="0"/>
          <a:ext cx="0" cy="0"/>
          <a:chOff x="0" y="0"/>
          <a:chExt cx="0" cy="0"/>
        </a:xfrm>
      </p:grpSpPr>
      <p:sp>
        <p:nvSpPr>
          <p:cNvPr id="557" name="Google Shape;557;p67:notes"/>
          <p:cNvSpPr txBox="1"/>
          <p:nvPr>
            <p:ph idx="1" type="body"/>
          </p:nvPr>
        </p:nvSpPr>
        <p:spPr>
          <a:xfrm>
            <a:off x="755650" y="5145088"/>
            <a:ext cx="6048375" cy="42100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58" name="Google Shape;558;p67:notes"/>
          <p:cNvSpPr/>
          <p:nvPr>
            <p:ph idx="2" type="sldImg"/>
          </p:nvPr>
        </p:nvSpPr>
        <p:spPr>
          <a:xfrm>
            <a:off x="1374775" y="1336675"/>
            <a:ext cx="4810125" cy="3608388"/>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2" name="Shape 562"/>
        <p:cNvGrpSpPr/>
        <p:nvPr/>
      </p:nvGrpSpPr>
      <p:grpSpPr>
        <a:xfrm>
          <a:off x="0" y="0"/>
          <a:ext cx="0" cy="0"/>
          <a:chOff x="0" y="0"/>
          <a:chExt cx="0" cy="0"/>
        </a:xfrm>
      </p:grpSpPr>
      <p:sp>
        <p:nvSpPr>
          <p:cNvPr id="563" name="Google Shape;563;p68:notes"/>
          <p:cNvSpPr txBox="1"/>
          <p:nvPr>
            <p:ph idx="1" type="body"/>
          </p:nvPr>
        </p:nvSpPr>
        <p:spPr>
          <a:xfrm>
            <a:off x="755650" y="5145088"/>
            <a:ext cx="6048375" cy="42100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64" name="Google Shape;564;p68:notes"/>
          <p:cNvSpPr/>
          <p:nvPr>
            <p:ph idx="2" type="sldImg"/>
          </p:nvPr>
        </p:nvSpPr>
        <p:spPr>
          <a:xfrm>
            <a:off x="1374775" y="1336675"/>
            <a:ext cx="4810125" cy="3608388"/>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8" name="Shape 568"/>
        <p:cNvGrpSpPr/>
        <p:nvPr/>
      </p:nvGrpSpPr>
      <p:grpSpPr>
        <a:xfrm>
          <a:off x="0" y="0"/>
          <a:ext cx="0" cy="0"/>
          <a:chOff x="0" y="0"/>
          <a:chExt cx="0" cy="0"/>
        </a:xfrm>
      </p:grpSpPr>
      <p:sp>
        <p:nvSpPr>
          <p:cNvPr id="569" name="Google Shape;569;p69:notes"/>
          <p:cNvSpPr txBox="1"/>
          <p:nvPr>
            <p:ph idx="1" type="body"/>
          </p:nvPr>
        </p:nvSpPr>
        <p:spPr>
          <a:xfrm>
            <a:off x="755650" y="5145088"/>
            <a:ext cx="6048375" cy="42100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70" name="Google Shape;570;p69:notes"/>
          <p:cNvSpPr/>
          <p:nvPr>
            <p:ph idx="2" type="sldImg"/>
          </p:nvPr>
        </p:nvSpPr>
        <p:spPr>
          <a:xfrm>
            <a:off x="1374775" y="1336675"/>
            <a:ext cx="4810125" cy="3608388"/>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9" name="Shape 579"/>
        <p:cNvGrpSpPr/>
        <p:nvPr/>
      </p:nvGrpSpPr>
      <p:grpSpPr>
        <a:xfrm>
          <a:off x="0" y="0"/>
          <a:ext cx="0" cy="0"/>
          <a:chOff x="0" y="0"/>
          <a:chExt cx="0" cy="0"/>
        </a:xfrm>
      </p:grpSpPr>
      <p:sp>
        <p:nvSpPr>
          <p:cNvPr id="580" name="Google Shape;580;p70:notes"/>
          <p:cNvSpPr txBox="1"/>
          <p:nvPr>
            <p:ph idx="1" type="body"/>
          </p:nvPr>
        </p:nvSpPr>
        <p:spPr>
          <a:xfrm>
            <a:off x="755650" y="5145088"/>
            <a:ext cx="6048375" cy="42100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81" name="Google Shape;581;p70:notes"/>
          <p:cNvSpPr/>
          <p:nvPr>
            <p:ph idx="2" type="sldImg"/>
          </p:nvPr>
        </p:nvSpPr>
        <p:spPr>
          <a:xfrm>
            <a:off x="1374775" y="1336675"/>
            <a:ext cx="4810125" cy="3608388"/>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8" name="Shape 588"/>
        <p:cNvGrpSpPr/>
        <p:nvPr/>
      </p:nvGrpSpPr>
      <p:grpSpPr>
        <a:xfrm>
          <a:off x="0" y="0"/>
          <a:ext cx="0" cy="0"/>
          <a:chOff x="0" y="0"/>
          <a:chExt cx="0" cy="0"/>
        </a:xfrm>
      </p:grpSpPr>
      <p:sp>
        <p:nvSpPr>
          <p:cNvPr id="589" name="Google Shape;589;p71:notes"/>
          <p:cNvSpPr txBox="1"/>
          <p:nvPr>
            <p:ph idx="1" type="body"/>
          </p:nvPr>
        </p:nvSpPr>
        <p:spPr>
          <a:xfrm>
            <a:off x="755650" y="5145088"/>
            <a:ext cx="6048375" cy="42100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90" name="Google Shape;590;p71:notes"/>
          <p:cNvSpPr/>
          <p:nvPr>
            <p:ph idx="2" type="sldImg"/>
          </p:nvPr>
        </p:nvSpPr>
        <p:spPr>
          <a:xfrm>
            <a:off x="1374775" y="1336675"/>
            <a:ext cx="4810125" cy="3608388"/>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7" name="Shape 597"/>
        <p:cNvGrpSpPr/>
        <p:nvPr/>
      </p:nvGrpSpPr>
      <p:grpSpPr>
        <a:xfrm>
          <a:off x="0" y="0"/>
          <a:ext cx="0" cy="0"/>
          <a:chOff x="0" y="0"/>
          <a:chExt cx="0" cy="0"/>
        </a:xfrm>
      </p:grpSpPr>
      <p:sp>
        <p:nvSpPr>
          <p:cNvPr id="598" name="Google Shape;598;p72:notes"/>
          <p:cNvSpPr txBox="1"/>
          <p:nvPr>
            <p:ph idx="1" type="body"/>
          </p:nvPr>
        </p:nvSpPr>
        <p:spPr>
          <a:xfrm>
            <a:off x="755650" y="5145088"/>
            <a:ext cx="6048375" cy="42100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99" name="Google Shape;599;p72:notes"/>
          <p:cNvSpPr/>
          <p:nvPr>
            <p:ph idx="2" type="sldImg"/>
          </p:nvPr>
        </p:nvSpPr>
        <p:spPr>
          <a:xfrm>
            <a:off x="1374775" y="1336675"/>
            <a:ext cx="4810125" cy="3608388"/>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6" name="Shape 606"/>
        <p:cNvGrpSpPr/>
        <p:nvPr/>
      </p:nvGrpSpPr>
      <p:grpSpPr>
        <a:xfrm>
          <a:off x="0" y="0"/>
          <a:ext cx="0" cy="0"/>
          <a:chOff x="0" y="0"/>
          <a:chExt cx="0" cy="0"/>
        </a:xfrm>
      </p:grpSpPr>
      <p:sp>
        <p:nvSpPr>
          <p:cNvPr id="607" name="Google Shape;607;p73:notes"/>
          <p:cNvSpPr txBox="1"/>
          <p:nvPr>
            <p:ph idx="1" type="body"/>
          </p:nvPr>
        </p:nvSpPr>
        <p:spPr>
          <a:xfrm>
            <a:off x="755650" y="5145088"/>
            <a:ext cx="6048375" cy="42100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08" name="Google Shape;608;p73:notes"/>
          <p:cNvSpPr/>
          <p:nvPr>
            <p:ph idx="2" type="sldImg"/>
          </p:nvPr>
        </p:nvSpPr>
        <p:spPr>
          <a:xfrm>
            <a:off x="1374775" y="1336675"/>
            <a:ext cx="4810125" cy="3608388"/>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7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9" name="Shape 619"/>
        <p:cNvGrpSpPr/>
        <p:nvPr/>
      </p:nvGrpSpPr>
      <p:grpSpPr>
        <a:xfrm>
          <a:off x="0" y="0"/>
          <a:ext cx="0" cy="0"/>
          <a:chOff x="0" y="0"/>
          <a:chExt cx="0" cy="0"/>
        </a:xfrm>
      </p:grpSpPr>
      <p:sp>
        <p:nvSpPr>
          <p:cNvPr id="620" name="Google Shape;620;p74:notes"/>
          <p:cNvSpPr txBox="1"/>
          <p:nvPr>
            <p:ph idx="1" type="body"/>
          </p:nvPr>
        </p:nvSpPr>
        <p:spPr>
          <a:xfrm>
            <a:off x="755650" y="5145088"/>
            <a:ext cx="6048375" cy="42100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21" name="Google Shape;621;p74:notes"/>
          <p:cNvSpPr/>
          <p:nvPr>
            <p:ph idx="2" type="sldImg"/>
          </p:nvPr>
        </p:nvSpPr>
        <p:spPr>
          <a:xfrm>
            <a:off x="1374775" y="1336675"/>
            <a:ext cx="4810125" cy="3608388"/>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x">
  <p:cSld name="TITLE_AND_BODY">
    <p:spTree>
      <p:nvGrpSpPr>
        <p:cNvPr id="13" name="Shape 13"/>
        <p:cNvGrpSpPr/>
        <p:nvPr/>
      </p:nvGrpSpPr>
      <p:grpSpPr>
        <a:xfrm>
          <a:off x="0" y="0"/>
          <a:ext cx="0" cy="0"/>
          <a:chOff x="0" y="0"/>
          <a:chExt cx="0" cy="0"/>
        </a:xfrm>
      </p:grpSpPr>
      <p:sp>
        <p:nvSpPr>
          <p:cNvPr id="14" name="Google Shape;14;p76"/>
          <p:cNvSpPr txBox="1"/>
          <p:nvPr>
            <p:ph type="title"/>
          </p:nvPr>
        </p:nvSpPr>
        <p:spPr>
          <a:xfrm>
            <a:off x="719280" y="301320"/>
            <a:ext cx="8851680" cy="1258920"/>
          </a:xfrm>
          <a:prstGeom prst="rect">
            <a:avLst/>
          </a:prstGeom>
          <a:noFill/>
          <a:ln>
            <a:noFill/>
          </a:ln>
        </p:spPr>
        <p:txBody>
          <a:bodyPr anchorCtr="0" anchor="ctr" bIns="0" lIns="0" spcFirstLastPara="1" rIns="0" wrap="square" tIns="0">
            <a:noAutofit/>
          </a:bodyPr>
          <a:lstStyle>
            <a:lvl1pPr lvl="0" algn="l">
              <a:lnSpc>
                <a:spcPct val="90000"/>
              </a:lnSpc>
              <a:spcBef>
                <a:spcPts val="0"/>
              </a:spcBef>
              <a:spcAft>
                <a:spcPts val="0"/>
              </a:spcAft>
              <a:buClr>
                <a:srgbClr val="A61C00"/>
              </a:buClr>
              <a:buSzPts val="1800"/>
              <a:buNone/>
              <a:defRPr b="1">
                <a:solidFill>
                  <a:srgbClr val="A61C00"/>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5" name="Google Shape;15;p76"/>
          <p:cNvSpPr txBox="1"/>
          <p:nvPr>
            <p:ph idx="1" type="subTitle"/>
          </p:nvPr>
        </p:nvSpPr>
        <p:spPr>
          <a:xfrm>
            <a:off x="216000" y="1560240"/>
            <a:ext cx="9576000" cy="5495760"/>
          </a:xfrm>
          <a:prstGeom prst="rect">
            <a:avLst/>
          </a:prstGeom>
          <a:noFill/>
          <a:ln>
            <a:noFill/>
          </a:ln>
        </p:spPr>
        <p:txBody>
          <a:bodyPr anchorCtr="0" anchor="ctr" bIns="0" lIns="0" spcFirstLastPara="1" rIns="0" wrap="square" tIns="0">
            <a:normAutofit/>
          </a:bodyPr>
          <a:lstStyle>
            <a:lvl1pPr lvl="0" algn="l">
              <a:lnSpc>
                <a:spcPct val="90000"/>
              </a:lnSpc>
              <a:spcBef>
                <a:spcPts val="1000"/>
              </a:spcBef>
              <a:spcAft>
                <a:spcPts val="0"/>
              </a:spcAft>
              <a:buClr>
                <a:schemeClr val="dk1"/>
              </a:buClr>
              <a:buSzPts val="1800"/>
              <a:buChar char="•"/>
              <a:defRPr/>
            </a:lvl1pPr>
            <a:lvl2pPr lvl="1" algn="l">
              <a:lnSpc>
                <a:spcPct val="90000"/>
              </a:lnSpc>
              <a:spcBef>
                <a:spcPts val="500"/>
              </a:spcBef>
              <a:spcAft>
                <a:spcPts val="0"/>
              </a:spcAft>
              <a:buClr>
                <a:schemeClr val="dk1"/>
              </a:buClr>
              <a:buSzPts val="1800"/>
              <a:buChar char="•"/>
              <a:defRPr/>
            </a:lvl2pPr>
            <a:lvl3pPr lvl="2" algn="l">
              <a:lnSpc>
                <a:spcPct val="90000"/>
              </a:lnSpc>
              <a:spcBef>
                <a:spcPts val="500"/>
              </a:spcBef>
              <a:spcAft>
                <a:spcPts val="0"/>
              </a:spcAft>
              <a:buClr>
                <a:schemeClr val="dk1"/>
              </a:buClr>
              <a:buSzPts val="1800"/>
              <a:buChar char="•"/>
              <a:defRPr/>
            </a:lvl3pPr>
            <a:lvl4pPr lvl="3" algn="l">
              <a:lnSpc>
                <a:spcPct val="90000"/>
              </a:lnSpc>
              <a:spcBef>
                <a:spcPts val="500"/>
              </a:spcBef>
              <a:spcAft>
                <a:spcPts val="0"/>
              </a:spcAft>
              <a:buClr>
                <a:schemeClr val="dk1"/>
              </a:buClr>
              <a:buSzPts val="1800"/>
              <a:buChar char="•"/>
              <a:defRPr/>
            </a:lvl4pPr>
            <a:lvl5pPr lvl="4" algn="l">
              <a:lnSpc>
                <a:spcPct val="90000"/>
              </a:lnSpc>
              <a:spcBef>
                <a:spcPts val="500"/>
              </a:spcBef>
              <a:spcAft>
                <a:spcPts val="0"/>
              </a:spcAft>
              <a:buClr>
                <a:schemeClr val="dk1"/>
              </a:buClr>
              <a:buSzPts val="1800"/>
              <a:buChar char="•"/>
              <a:defRPr/>
            </a:lvl5pPr>
            <a:lvl6pPr lvl="5" algn="l">
              <a:lnSpc>
                <a:spcPct val="90000"/>
              </a:lnSpc>
              <a:spcBef>
                <a:spcPts val="500"/>
              </a:spcBef>
              <a:spcAft>
                <a:spcPts val="0"/>
              </a:spcAft>
              <a:buClr>
                <a:schemeClr val="dk1"/>
              </a:buClr>
              <a:buSzPts val="1800"/>
              <a:buChar char="•"/>
              <a:defRPr/>
            </a:lvl6pPr>
            <a:lvl7pPr lvl="6" algn="l">
              <a:lnSpc>
                <a:spcPct val="90000"/>
              </a:lnSpc>
              <a:spcBef>
                <a:spcPts val="500"/>
              </a:spcBef>
              <a:spcAft>
                <a:spcPts val="0"/>
              </a:spcAft>
              <a:buClr>
                <a:schemeClr val="dk1"/>
              </a:buClr>
              <a:buSzPts val="1800"/>
              <a:buChar char="•"/>
              <a:defRPr/>
            </a:lvl7pPr>
            <a:lvl8pPr lvl="7" algn="l">
              <a:lnSpc>
                <a:spcPct val="90000"/>
              </a:lnSpc>
              <a:spcBef>
                <a:spcPts val="500"/>
              </a:spcBef>
              <a:spcAft>
                <a:spcPts val="0"/>
              </a:spcAft>
              <a:buClr>
                <a:schemeClr val="dk1"/>
              </a:buClr>
              <a:buSzPts val="1800"/>
              <a:buChar char="•"/>
              <a:defRPr/>
            </a:lvl8pPr>
            <a:lvl9pPr lvl="8" algn="l">
              <a:lnSpc>
                <a:spcPct val="90000"/>
              </a:lnSpc>
              <a:spcBef>
                <a:spcPts val="500"/>
              </a:spcBef>
              <a:spcAft>
                <a:spcPts val="0"/>
              </a:spcAft>
              <a:buClr>
                <a:schemeClr val="dk1"/>
              </a:buClr>
              <a:buSzPts val="1800"/>
              <a:buChar char="•"/>
              <a:defRPr/>
            </a:lvl9pPr>
          </a:lstStyle>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Slide" type="blank">
  <p:cSld name="BLANK">
    <p:spTree>
      <p:nvGrpSpPr>
        <p:cNvPr id="16" name="Shape 16"/>
        <p:cNvGrpSpPr/>
        <p:nvPr/>
      </p:nvGrpSpPr>
      <p:grpSpPr>
        <a:xfrm>
          <a:off x="0" y="0"/>
          <a:ext cx="0" cy="0"/>
          <a:chOff x="0" y="0"/>
          <a:chExt cx="0" cy="0"/>
        </a:xfrm>
      </p:grpSpPr>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Content" type="obj">
  <p:cSld name="OBJECT">
    <p:spTree>
      <p:nvGrpSpPr>
        <p:cNvPr id="17" name="Shape 17"/>
        <p:cNvGrpSpPr/>
        <p:nvPr/>
      </p:nvGrpSpPr>
      <p:grpSpPr>
        <a:xfrm>
          <a:off x="0" y="0"/>
          <a:ext cx="0" cy="0"/>
          <a:chOff x="0" y="0"/>
          <a:chExt cx="0" cy="0"/>
        </a:xfrm>
      </p:grpSpPr>
      <p:sp>
        <p:nvSpPr>
          <p:cNvPr id="18" name="Google Shape;18;p81"/>
          <p:cNvSpPr txBox="1"/>
          <p:nvPr>
            <p:ph type="title"/>
          </p:nvPr>
        </p:nvSpPr>
        <p:spPr>
          <a:xfrm>
            <a:off x="719280" y="301320"/>
            <a:ext cx="8851680" cy="1258920"/>
          </a:xfrm>
          <a:prstGeom prst="rect">
            <a:avLst/>
          </a:prstGeom>
          <a:noFill/>
          <a:ln>
            <a:noFill/>
          </a:ln>
        </p:spPr>
        <p:txBody>
          <a:bodyPr anchorCtr="0" anchor="ctr" bIns="0" lIns="0" spcFirstLastPara="1" rIns="0" wrap="square" tIns="0">
            <a:no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9" name="Google Shape;19;p81"/>
          <p:cNvSpPr txBox="1"/>
          <p:nvPr>
            <p:ph idx="1" type="body"/>
          </p:nvPr>
        </p:nvSpPr>
        <p:spPr>
          <a:xfrm>
            <a:off x="216000" y="1560240"/>
            <a:ext cx="9576000" cy="5495760"/>
          </a:xfrm>
          <a:prstGeom prst="rect">
            <a:avLst/>
          </a:prstGeom>
          <a:noFill/>
          <a:ln>
            <a:noFill/>
          </a:ln>
        </p:spPr>
        <p:txBody>
          <a:bodyPr anchorCtr="0" anchor="t" bIns="0" lIns="0" spcFirstLastPara="1" rIns="0" wrap="square" tIns="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2 Content" type="twoObj">
  <p:cSld name="TWO_OBJECTS">
    <p:spTree>
      <p:nvGrpSpPr>
        <p:cNvPr id="20" name="Shape 20"/>
        <p:cNvGrpSpPr/>
        <p:nvPr/>
      </p:nvGrpSpPr>
      <p:grpSpPr>
        <a:xfrm>
          <a:off x="0" y="0"/>
          <a:ext cx="0" cy="0"/>
          <a:chOff x="0" y="0"/>
          <a:chExt cx="0" cy="0"/>
        </a:xfrm>
      </p:grpSpPr>
      <p:sp>
        <p:nvSpPr>
          <p:cNvPr id="21" name="Google Shape;21;p82"/>
          <p:cNvSpPr txBox="1"/>
          <p:nvPr>
            <p:ph type="title"/>
          </p:nvPr>
        </p:nvSpPr>
        <p:spPr>
          <a:xfrm>
            <a:off x="719280" y="301320"/>
            <a:ext cx="8851680" cy="1258920"/>
          </a:xfrm>
          <a:prstGeom prst="rect">
            <a:avLst/>
          </a:prstGeom>
          <a:noFill/>
          <a:ln>
            <a:noFill/>
          </a:ln>
        </p:spPr>
        <p:txBody>
          <a:bodyPr anchorCtr="0" anchor="ctr" bIns="0" lIns="0" spcFirstLastPara="1" rIns="0" wrap="square" tIns="0">
            <a:no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2" name="Google Shape;22;p82"/>
          <p:cNvSpPr txBox="1"/>
          <p:nvPr>
            <p:ph idx="1" type="body"/>
          </p:nvPr>
        </p:nvSpPr>
        <p:spPr>
          <a:xfrm>
            <a:off x="216000" y="1560240"/>
            <a:ext cx="4672800" cy="5495760"/>
          </a:xfrm>
          <a:prstGeom prst="rect">
            <a:avLst/>
          </a:prstGeom>
          <a:noFill/>
          <a:ln>
            <a:noFill/>
          </a:ln>
        </p:spPr>
        <p:txBody>
          <a:bodyPr anchorCtr="0" anchor="t" bIns="0" lIns="0" spcFirstLastPara="1" rIns="0" wrap="square" tIns="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3" name="Google Shape;23;p82"/>
          <p:cNvSpPr txBox="1"/>
          <p:nvPr>
            <p:ph idx="2" type="body"/>
          </p:nvPr>
        </p:nvSpPr>
        <p:spPr>
          <a:xfrm>
            <a:off x="5122800" y="1560240"/>
            <a:ext cx="4672800" cy="5495760"/>
          </a:xfrm>
          <a:prstGeom prst="rect">
            <a:avLst/>
          </a:prstGeom>
          <a:noFill/>
          <a:ln>
            <a:noFill/>
          </a:ln>
        </p:spPr>
        <p:txBody>
          <a:bodyPr anchorCtr="0" anchor="t" bIns="0" lIns="0" spcFirstLastPara="1" rIns="0" wrap="square" tIns="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4" name="Shape 24"/>
        <p:cNvGrpSpPr/>
        <p:nvPr/>
      </p:nvGrpSpPr>
      <p:grpSpPr>
        <a:xfrm>
          <a:off x="0" y="0"/>
          <a:ext cx="0" cy="0"/>
          <a:chOff x="0" y="0"/>
          <a:chExt cx="0" cy="0"/>
        </a:xfrm>
      </p:grpSpPr>
      <p:sp>
        <p:nvSpPr>
          <p:cNvPr id="25" name="Google Shape;25;p83"/>
          <p:cNvSpPr txBox="1"/>
          <p:nvPr>
            <p:ph type="title"/>
          </p:nvPr>
        </p:nvSpPr>
        <p:spPr>
          <a:xfrm>
            <a:off x="719280" y="301320"/>
            <a:ext cx="8851680" cy="1258920"/>
          </a:xfrm>
          <a:prstGeom prst="rect">
            <a:avLst/>
          </a:prstGeom>
          <a:noFill/>
          <a:ln>
            <a:noFill/>
          </a:ln>
        </p:spPr>
        <p:txBody>
          <a:bodyPr anchorCtr="0" anchor="ctr" bIns="0" lIns="0" spcFirstLastPara="1" rIns="0" wrap="square" tIns="0">
            <a:no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entered Text" type="objOnly">
  <p:cSld name="OBJECT_ONLY">
    <p:spTree>
      <p:nvGrpSpPr>
        <p:cNvPr id="26" name="Shape 26"/>
        <p:cNvGrpSpPr/>
        <p:nvPr/>
      </p:nvGrpSpPr>
      <p:grpSpPr>
        <a:xfrm>
          <a:off x="0" y="0"/>
          <a:ext cx="0" cy="0"/>
          <a:chOff x="0" y="0"/>
          <a:chExt cx="0" cy="0"/>
        </a:xfrm>
      </p:grpSpPr>
      <p:sp>
        <p:nvSpPr>
          <p:cNvPr id="27" name="Google Shape;27;p84"/>
          <p:cNvSpPr txBox="1"/>
          <p:nvPr>
            <p:ph idx="1" type="subTitle"/>
          </p:nvPr>
        </p:nvSpPr>
        <p:spPr>
          <a:xfrm>
            <a:off x="719280" y="301320"/>
            <a:ext cx="8851680" cy="5837040"/>
          </a:xfrm>
          <a:prstGeom prst="rect">
            <a:avLst/>
          </a:prstGeom>
          <a:noFill/>
          <a:ln>
            <a:noFill/>
          </a:ln>
        </p:spPr>
        <p:txBody>
          <a:bodyPr anchorCtr="0" anchor="ctr" bIns="0" lIns="0" spcFirstLastPara="1" rIns="0" wrap="square" tIns="0">
            <a:normAutofit/>
          </a:bodyPr>
          <a:lstStyle>
            <a:lvl1pPr lvl="0" algn="l">
              <a:lnSpc>
                <a:spcPct val="90000"/>
              </a:lnSpc>
              <a:spcBef>
                <a:spcPts val="1000"/>
              </a:spcBef>
              <a:spcAft>
                <a:spcPts val="0"/>
              </a:spcAft>
              <a:buClr>
                <a:schemeClr val="dk1"/>
              </a:buClr>
              <a:buSzPts val="1800"/>
              <a:buChar char="•"/>
              <a:defRPr/>
            </a:lvl1pPr>
            <a:lvl2pPr lvl="1" algn="l">
              <a:lnSpc>
                <a:spcPct val="90000"/>
              </a:lnSpc>
              <a:spcBef>
                <a:spcPts val="500"/>
              </a:spcBef>
              <a:spcAft>
                <a:spcPts val="0"/>
              </a:spcAft>
              <a:buClr>
                <a:schemeClr val="dk1"/>
              </a:buClr>
              <a:buSzPts val="1800"/>
              <a:buChar char="•"/>
              <a:defRPr/>
            </a:lvl2pPr>
            <a:lvl3pPr lvl="2" algn="l">
              <a:lnSpc>
                <a:spcPct val="90000"/>
              </a:lnSpc>
              <a:spcBef>
                <a:spcPts val="500"/>
              </a:spcBef>
              <a:spcAft>
                <a:spcPts val="0"/>
              </a:spcAft>
              <a:buClr>
                <a:schemeClr val="dk1"/>
              </a:buClr>
              <a:buSzPts val="1800"/>
              <a:buChar char="•"/>
              <a:defRPr/>
            </a:lvl3pPr>
            <a:lvl4pPr lvl="3" algn="l">
              <a:lnSpc>
                <a:spcPct val="90000"/>
              </a:lnSpc>
              <a:spcBef>
                <a:spcPts val="500"/>
              </a:spcBef>
              <a:spcAft>
                <a:spcPts val="0"/>
              </a:spcAft>
              <a:buClr>
                <a:schemeClr val="dk1"/>
              </a:buClr>
              <a:buSzPts val="1800"/>
              <a:buChar char="•"/>
              <a:defRPr/>
            </a:lvl4pPr>
            <a:lvl5pPr lvl="4" algn="l">
              <a:lnSpc>
                <a:spcPct val="90000"/>
              </a:lnSpc>
              <a:spcBef>
                <a:spcPts val="500"/>
              </a:spcBef>
              <a:spcAft>
                <a:spcPts val="0"/>
              </a:spcAft>
              <a:buClr>
                <a:schemeClr val="dk1"/>
              </a:buClr>
              <a:buSzPts val="1800"/>
              <a:buChar char="•"/>
              <a:defRPr/>
            </a:lvl5pPr>
            <a:lvl6pPr lvl="5" algn="l">
              <a:lnSpc>
                <a:spcPct val="90000"/>
              </a:lnSpc>
              <a:spcBef>
                <a:spcPts val="500"/>
              </a:spcBef>
              <a:spcAft>
                <a:spcPts val="0"/>
              </a:spcAft>
              <a:buClr>
                <a:schemeClr val="dk1"/>
              </a:buClr>
              <a:buSzPts val="1800"/>
              <a:buChar char="•"/>
              <a:defRPr/>
            </a:lvl6pPr>
            <a:lvl7pPr lvl="6" algn="l">
              <a:lnSpc>
                <a:spcPct val="90000"/>
              </a:lnSpc>
              <a:spcBef>
                <a:spcPts val="500"/>
              </a:spcBef>
              <a:spcAft>
                <a:spcPts val="0"/>
              </a:spcAft>
              <a:buClr>
                <a:schemeClr val="dk1"/>
              </a:buClr>
              <a:buSzPts val="1800"/>
              <a:buChar char="•"/>
              <a:defRPr/>
            </a:lvl7pPr>
            <a:lvl8pPr lvl="7" algn="l">
              <a:lnSpc>
                <a:spcPct val="90000"/>
              </a:lnSpc>
              <a:spcBef>
                <a:spcPts val="500"/>
              </a:spcBef>
              <a:spcAft>
                <a:spcPts val="0"/>
              </a:spcAft>
              <a:buClr>
                <a:schemeClr val="dk1"/>
              </a:buClr>
              <a:buSzPts val="1800"/>
              <a:buChar char="•"/>
              <a:defRPr/>
            </a:lvl8pPr>
            <a:lvl9pPr lvl="8" algn="l">
              <a:lnSpc>
                <a:spcPct val="90000"/>
              </a:lnSpc>
              <a:spcBef>
                <a:spcPts val="500"/>
              </a:spcBef>
              <a:spcAft>
                <a:spcPts val="0"/>
              </a:spcAft>
              <a:buClr>
                <a:schemeClr val="dk1"/>
              </a:buClr>
              <a:buSzPts val="1800"/>
              <a:buChar char="•"/>
              <a:defRPr/>
            </a:lvl9pPr>
          </a:lstStyle>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2 Content and Content" type="twoObjAndObj">
  <p:cSld name="TWO_OBJECTS_AND_OBJECT">
    <p:spTree>
      <p:nvGrpSpPr>
        <p:cNvPr id="28" name="Shape 28"/>
        <p:cNvGrpSpPr/>
        <p:nvPr/>
      </p:nvGrpSpPr>
      <p:grpSpPr>
        <a:xfrm>
          <a:off x="0" y="0"/>
          <a:ext cx="0" cy="0"/>
          <a:chOff x="0" y="0"/>
          <a:chExt cx="0" cy="0"/>
        </a:xfrm>
      </p:grpSpPr>
      <p:sp>
        <p:nvSpPr>
          <p:cNvPr id="29" name="Google Shape;29;p85"/>
          <p:cNvSpPr txBox="1"/>
          <p:nvPr>
            <p:ph type="title"/>
          </p:nvPr>
        </p:nvSpPr>
        <p:spPr>
          <a:xfrm>
            <a:off x="719280" y="301320"/>
            <a:ext cx="8851680" cy="1258920"/>
          </a:xfrm>
          <a:prstGeom prst="rect">
            <a:avLst/>
          </a:prstGeom>
          <a:noFill/>
          <a:ln>
            <a:noFill/>
          </a:ln>
        </p:spPr>
        <p:txBody>
          <a:bodyPr anchorCtr="0" anchor="ctr" bIns="0" lIns="0" spcFirstLastPara="1" rIns="0" wrap="square" tIns="0">
            <a:no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0" name="Google Shape;30;p85"/>
          <p:cNvSpPr txBox="1"/>
          <p:nvPr>
            <p:ph idx="1" type="body"/>
          </p:nvPr>
        </p:nvSpPr>
        <p:spPr>
          <a:xfrm>
            <a:off x="216000" y="1560240"/>
            <a:ext cx="4672800" cy="2621160"/>
          </a:xfrm>
          <a:prstGeom prst="rect">
            <a:avLst/>
          </a:prstGeom>
          <a:noFill/>
          <a:ln>
            <a:noFill/>
          </a:ln>
        </p:spPr>
        <p:txBody>
          <a:bodyPr anchorCtr="0" anchor="t" bIns="0" lIns="0" spcFirstLastPara="1" rIns="0" wrap="square" tIns="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1" name="Google Shape;31;p85"/>
          <p:cNvSpPr txBox="1"/>
          <p:nvPr>
            <p:ph idx="2" type="body"/>
          </p:nvPr>
        </p:nvSpPr>
        <p:spPr>
          <a:xfrm>
            <a:off x="5122800" y="1560240"/>
            <a:ext cx="4672800" cy="5495760"/>
          </a:xfrm>
          <a:prstGeom prst="rect">
            <a:avLst/>
          </a:prstGeom>
          <a:noFill/>
          <a:ln>
            <a:noFill/>
          </a:ln>
        </p:spPr>
        <p:txBody>
          <a:bodyPr anchorCtr="0" anchor="t" bIns="0" lIns="0" spcFirstLastPara="1" rIns="0" wrap="square" tIns="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2" name="Google Shape;32;p85"/>
          <p:cNvSpPr txBox="1"/>
          <p:nvPr>
            <p:ph idx="3" type="body"/>
          </p:nvPr>
        </p:nvSpPr>
        <p:spPr>
          <a:xfrm>
            <a:off x="216000" y="4430880"/>
            <a:ext cx="4672800" cy="2621160"/>
          </a:xfrm>
          <a:prstGeom prst="rect">
            <a:avLst/>
          </a:prstGeom>
          <a:noFill/>
          <a:ln>
            <a:noFill/>
          </a:ln>
        </p:spPr>
        <p:txBody>
          <a:bodyPr anchorCtr="0" anchor="t" bIns="0" lIns="0" spcFirstLastPara="1" rIns="0" wrap="square" tIns="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Content and 2 Content" type="objAndTwoObj">
  <p:cSld name="OBJECT_AND_TWO_OBJECTS">
    <p:spTree>
      <p:nvGrpSpPr>
        <p:cNvPr id="33" name="Shape 33"/>
        <p:cNvGrpSpPr/>
        <p:nvPr/>
      </p:nvGrpSpPr>
      <p:grpSpPr>
        <a:xfrm>
          <a:off x="0" y="0"/>
          <a:ext cx="0" cy="0"/>
          <a:chOff x="0" y="0"/>
          <a:chExt cx="0" cy="0"/>
        </a:xfrm>
      </p:grpSpPr>
      <p:sp>
        <p:nvSpPr>
          <p:cNvPr id="34" name="Google Shape;34;p86"/>
          <p:cNvSpPr txBox="1"/>
          <p:nvPr>
            <p:ph type="title"/>
          </p:nvPr>
        </p:nvSpPr>
        <p:spPr>
          <a:xfrm>
            <a:off x="719280" y="301320"/>
            <a:ext cx="8851680" cy="1258920"/>
          </a:xfrm>
          <a:prstGeom prst="rect">
            <a:avLst/>
          </a:prstGeom>
          <a:noFill/>
          <a:ln>
            <a:noFill/>
          </a:ln>
        </p:spPr>
        <p:txBody>
          <a:bodyPr anchorCtr="0" anchor="ctr" bIns="0" lIns="0" spcFirstLastPara="1" rIns="0" wrap="square" tIns="0">
            <a:no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5" name="Google Shape;35;p86"/>
          <p:cNvSpPr txBox="1"/>
          <p:nvPr>
            <p:ph idx="1" type="body"/>
          </p:nvPr>
        </p:nvSpPr>
        <p:spPr>
          <a:xfrm>
            <a:off x="216000" y="1560240"/>
            <a:ext cx="4672800" cy="5495760"/>
          </a:xfrm>
          <a:prstGeom prst="rect">
            <a:avLst/>
          </a:prstGeom>
          <a:noFill/>
          <a:ln>
            <a:noFill/>
          </a:ln>
        </p:spPr>
        <p:txBody>
          <a:bodyPr anchorCtr="0" anchor="t" bIns="0" lIns="0" spcFirstLastPara="1" rIns="0" wrap="square" tIns="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6" name="Google Shape;36;p86"/>
          <p:cNvSpPr txBox="1"/>
          <p:nvPr>
            <p:ph idx="2" type="body"/>
          </p:nvPr>
        </p:nvSpPr>
        <p:spPr>
          <a:xfrm>
            <a:off x="5122800" y="1560240"/>
            <a:ext cx="4672800" cy="2621160"/>
          </a:xfrm>
          <a:prstGeom prst="rect">
            <a:avLst/>
          </a:prstGeom>
          <a:noFill/>
          <a:ln>
            <a:noFill/>
          </a:ln>
        </p:spPr>
        <p:txBody>
          <a:bodyPr anchorCtr="0" anchor="t" bIns="0" lIns="0" spcFirstLastPara="1" rIns="0" wrap="square" tIns="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7" name="Google Shape;37;p86"/>
          <p:cNvSpPr txBox="1"/>
          <p:nvPr>
            <p:ph idx="3" type="body"/>
          </p:nvPr>
        </p:nvSpPr>
        <p:spPr>
          <a:xfrm>
            <a:off x="5122800" y="4430880"/>
            <a:ext cx="4672800" cy="2621160"/>
          </a:xfrm>
          <a:prstGeom prst="rect">
            <a:avLst/>
          </a:prstGeom>
          <a:noFill/>
          <a:ln>
            <a:noFill/>
          </a:ln>
        </p:spPr>
        <p:txBody>
          <a:bodyPr anchorCtr="0" anchor="t" bIns="0" lIns="0" spcFirstLastPara="1" rIns="0" wrap="square" tIns="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2 Content over Content" type="twoObjOverTx">
  <p:cSld name="TWO_OBJECTS_OVER_TEXT">
    <p:spTree>
      <p:nvGrpSpPr>
        <p:cNvPr id="38" name="Shape 38"/>
        <p:cNvGrpSpPr/>
        <p:nvPr/>
      </p:nvGrpSpPr>
      <p:grpSpPr>
        <a:xfrm>
          <a:off x="0" y="0"/>
          <a:ext cx="0" cy="0"/>
          <a:chOff x="0" y="0"/>
          <a:chExt cx="0" cy="0"/>
        </a:xfrm>
      </p:grpSpPr>
      <p:sp>
        <p:nvSpPr>
          <p:cNvPr id="39" name="Google Shape;39;p87"/>
          <p:cNvSpPr txBox="1"/>
          <p:nvPr>
            <p:ph type="title"/>
          </p:nvPr>
        </p:nvSpPr>
        <p:spPr>
          <a:xfrm>
            <a:off x="719280" y="301320"/>
            <a:ext cx="8851680" cy="1258920"/>
          </a:xfrm>
          <a:prstGeom prst="rect">
            <a:avLst/>
          </a:prstGeom>
          <a:noFill/>
          <a:ln>
            <a:noFill/>
          </a:ln>
        </p:spPr>
        <p:txBody>
          <a:bodyPr anchorCtr="0" anchor="ctr" bIns="0" lIns="0" spcFirstLastPara="1" rIns="0" wrap="square" tIns="0">
            <a:no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0" name="Google Shape;40;p87"/>
          <p:cNvSpPr txBox="1"/>
          <p:nvPr>
            <p:ph idx="1" type="body"/>
          </p:nvPr>
        </p:nvSpPr>
        <p:spPr>
          <a:xfrm>
            <a:off x="216000" y="1560240"/>
            <a:ext cx="4672800" cy="2621160"/>
          </a:xfrm>
          <a:prstGeom prst="rect">
            <a:avLst/>
          </a:prstGeom>
          <a:noFill/>
          <a:ln>
            <a:noFill/>
          </a:ln>
        </p:spPr>
        <p:txBody>
          <a:bodyPr anchorCtr="0" anchor="t" bIns="0" lIns="0" spcFirstLastPara="1" rIns="0" wrap="square" tIns="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1" name="Google Shape;41;p87"/>
          <p:cNvSpPr txBox="1"/>
          <p:nvPr>
            <p:ph idx="2" type="body"/>
          </p:nvPr>
        </p:nvSpPr>
        <p:spPr>
          <a:xfrm>
            <a:off x="5122800" y="1560240"/>
            <a:ext cx="4672800" cy="2621160"/>
          </a:xfrm>
          <a:prstGeom prst="rect">
            <a:avLst/>
          </a:prstGeom>
          <a:noFill/>
          <a:ln>
            <a:noFill/>
          </a:ln>
        </p:spPr>
        <p:txBody>
          <a:bodyPr anchorCtr="0" anchor="t" bIns="0" lIns="0" spcFirstLastPara="1" rIns="0" wrap="square" tIns="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2" name="Google Shape;42;p87"/>
          <p:cNvSpPr txBox="1"/>
          <p:nvPr>
            <p:ph idx="3" type="body"/>
          </p:nvPr>
        </p:nvSpPr>
        <p:spPr>
          <a:xfrm>
            <a:off x="216000" y="4430880"/>
            <a:ext cx="9576000" cy="2621160"/>
          </a:xfrm>
          <a:prstGeom prst="rect">
            <a:avLst/>
          </a:prstGeom>
          <a:noFill/>
          <a:ln>
            <a:noFill/>
          </a:ln>
        </p:spPr>
        <p:txBody>
          <a:bodyPr anchorCtr="0" anchor="t" bIns="0" lIns="0" spcFirstLastPara="1" rIns="0" wrap="square" tIns="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Content over Content" type="objOverTx">
  <p:cSld name="OBJECT_OVER_TEXT">
    <p:spTree>
      <p:nvGrpSpPr>
        <p:cNvPr id="43" name="Shape 43"/>
        <p:cNvGrpSpPr/>
        <p:nvPr/>
      </p:nvGrpSpPr>
      <p:grpSpPr>
        <a:xfrm>
          <a:off x="0" y="0"/>
          <a:ext cx="0" cy="0"/>
          <a:chOff x="0" y="0"/>
          <a:chExt cx="0" cy="0"/>
        </a:xfrm>
      </p:grpSpPr>
      <p:sp>
        <p:nvSpPr>
          <p:cNvPr id="44" name="Google Shape;44;p88"/>
          <p:cNvSpPr txBox="1"/>
          <p:nvPr>
            <p:ph type="title"/>
          </p:nvPr>
        </p:nvSpPr>
        <p:spPr>
          <a:xfrm>
            <a:off x="719280" y="301320"/>
            <a:ext cx="8851680" cy="1258920"/>
          </a:xfrm>
          <a:prstGeom prst="rect">
            <a:avLst/>
          </a:prstGeom>
          <a:noFill/>
          <a:ln>
            <a:noFill/>
          </a:ln>
        </p:spPr>
        <p:txBody>
          <a:bodyPr anchorCtr="0" anchor="ctr" bIns="0" lIns="0" spcFirstLastPara="1" rIns="0" wrap="square" tIns="0">
            <a:no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5" name="Google Shape;45;p88"/>
          <p:cNvSpPr txBox="1"/>
          <p:nvPr>
            <p:ph idx="1" type="body"/>
          </p:nvPr>
        </p:nvSpPr>
        <p:spPr>
          <a:xfrm>
            <a:off x="216000" y="1560240"/>
            <a:ext cx="9576000" cy="2621160"/>
          </a:xfrm>
          <a:prstGeom prst="rect">
            <a:avLst/>
          </a:prstGeom>
          <a:noFill/>
          <a:ln>
            <a:noFill/>
          </a:ln>
        </p:spPr>
        <p:txBody>
          <a:bodyPr anchorCtr="0" anchor="t" bIns="0" lIns="0" spcFirstLastPara="1" rIns="0" wrap="square" tIns="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6" name="Google Shape;46;p88"/>
          <p:cNvSpPr txBox="1"/>
          <p:nvPr>
            <p:ph idx="2" type="body"/>
          </p:nvPr>
        </p:nvSpPr>
        <p:spPr>
          <a:xfrm>
            <a:off x="216000" y="4430880"/>
            <a:ext cx="9576000" cy="2621160"/>
          </a:xfrm>
          <a:prstGeom prst="rect">
            <a:avLst/>
          </a:prstGeom>
          <a:noFill/>
          <a:ln>
            <a:noFill/>
          </a:ln>
        </p:spPr>
        <p:txBody>
          <a:bodyPr anchorCtr="0" anchor="t" bIns="0" lIns="0" spcFirstLastPara="1" rIns="0" wrap="square" tIns="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4 Content" type="fourObj">
  <p:cSld name="FOUR_OBJECTS">
    <p:spTree>
      <p:nvGrpSpPr>
        <p:cNvPr id="47" name="Shape 47"/>
        <p:cNvGrpSpPr/>
        <p:nvPr/>
      </p:nvGrpSpPr>
      <p:grpSpPr>
        <a:xfrm>
          <a:off x="0" y="0"/>
          <a:ext cx="0" cy="0"/>
          <a:chOff x="0" y="0"/>
          <a:chExt cx="0" cy="0"/>
        </a:xfrm>
      </p:grpSpPr>
      <p:sp>
        <p:nvSpPr>
          <p:cNvPr id="48" name="Google Shape;48;p89"/>
          <p:cNvSpPr txBox="1"/>
          <p:nvPr>
            <p:ph type="title"/>
          </p:nvPr>
        </p:nvSpPr>
        <p:spPr>
          <a:xfrm>
            <a:off x="719280" y="301320"/>
            <a:ext cx="8851680" cy="1258920"/>
          </a:xfrm>
          <a:prstGeom prst="rect">
            <a:avLst/>
          </a:prstGeom>
          <a:noFill/>
          <a:ln>
            <a:noFill/>
          </a:ln>
        </p:spPr>
        <p:txBody>
          <a:bodyPr anchorCtr="0" anchor="ctr" bIns="0" lIns="0" spcFirstLastPara="1" rIns="0" wrap="square" tIns="0">
            <a:no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9" name="Google Shape;49;p89"/>
          <p:cNvSpPr txBox="1"/>
          <p:nvPr>
            <p:ph idx="1" type="body"/>
          </p:nvPr>
        </p:nvSpPr>
        <p:spPr>
          <a:xfrm>
            <a:off x="216000" y="1560240"/>
            <a:ext cx="4672800" cy="2621160"/>
          </a:xfrm>
          <a:prstGeom prst="rect">
            <a:avLst/>
          </a:prstGeom>
          <a:noFill/>
          <a:ln>
            <a:noFill/>
          </a:ln>
        </p:spPr>
        <p:txBody>
          <a:bodyPr anchorCtr="0" anchor="t" bIns="0" lIns="0" spcFirstLastPara="1" rIns="0" wrap="square" tIns="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50" name="Google Shape;50;p89"/>
          <p:cNvSpPr txBox="1"/>
          <p:nvPr>
            <p:ph idx="2" type="body"/>
          </p:nvPr>
        </p:nvSpPr>
        <p:spPr>
          <a:xfrm>
            <a:off x="5122800" y="1560240"/>
            <a:ext cx="4672800" cy="2621160"/>
          </a:xfrm>
          <a:prstGeom prst="rect">
            <a:avLst/>
          </a:prstGeom>
          <a:noFill/>
          <a:ln>
            <a:noFill/>
          </a:ln>
        </p:spPr>
        <p:txBody>
          <a:bodyPr anchorCtr="0" anchor="t" bIns="0" lIns="0" spcFirstLastPara="1" rIns="0" wrap="square" tIns="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51" name="Google Shape;51;p89"/>
          <p:cNvSpPr txBox="1"/>
          <p:nvPr>
            <p:ph idx="3" type="body"/>
          </p:nvPr>
        </p:nvSpPr>
        <p:spPr>
          <a:xfrm>
            <a:off x="216000" y="4430880"/>
            <a:ext cx="4672800" cy="2621160"/>
          </a:xfrm>
          <a:prstGeom prst="rect">
            <a:avLst/>
          </a:prstGeom>
          <a:noFill/>
          <a:ln>
            <a:noFill/>
          </a:ln>
        </p:spPr>
        <p:txBody>
          <a:bodyPr anchorCtr="0" anchor="t" bIns="0" lIns="0" spcFirstLastPara="1" rIns="0" wrap="square" tIns="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52" name="Google Shape;52;p89"/>
          <p:cNvSpPr txBox="1"/>
          <p:nvPr>
            <p:ph idx="4" type="body"/>
          </p:nvPr>
        </p:nvSpPr>
        <p:spPr>
          <a:xfrm>
            <a:off x="5122800" y="4430880"/>
            <a:ext cx="4672800" cy="2621160"/>
          </a:xfrm>
          <a:prstGeom prst="rect">
            <a:avLst/>
          </a:prstGeom>
          <a:noFill/>
          <a:ln>
            <a:noFill/>
          </a:ln>
        </p:spPr>
        <p:txBody>
          <a:bodyPr anchorCtr="0" anchor="t" bIns="0" lIns="0" spcFirstLastPara="1" rIns="0" wrap="square" tIns="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6 Content">
  <p:cSld name="Title, 6 Content">
    <p:spTree>
      <p:nvGrpSpPr>
        <p:cNvPr id="53" name="Shape 53"/>
        <p:cNvGrpSpPr/>
        <p:nvPr/>
      </p:nvGrpSpPr>
      <p:grpSpPr>
        <a:xfrm>
          <a:off x="0" y="0"/>
          <a:ext cx="0" cy="0"/>
          <a:chOff x="0" y="0"/>
          <a:chExt cx="0" cy="0"/>
        </a:xfrm>
      </p:grpSpPr>
      <p:sp>
        <p:nvSpPr>
          <p:cNvPr id="54" name="Google Shape;54;p90"/>
          <p:cNvSpPr txBox="1"/>
          <p:nvPr>
            <p:ph type="title"/>
          </p:nvPr>
        </p:nvSpPr>
        <p:spPr>
          <a:xfrm>
            <a:off x="719280" y="301320"/>
            <a:ext cx="8851680" cy="1258920"/>
          </a:xfrm>
          <a:prstGeom prst="rect">
            <a:avLst/>
          </a:prstGeom>
          <a:noFill/>
          <a:ln>
            <a:noFill/>
          </a:ln>
        </p:spPr>
        <p:txBody>
          <a:bodyPr anchorCtr="0" anchor="ctr" bIns="0" lIns="0" spcFirstLastPara="1" rIns="0" wrap="square" tIns="0">
            <a:no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5" name="Google Shape;55;p90"/>
          <p:cNvSpPr txBox="1"/>
          <p:nvPr>
            <p:ph idx="1" type="body"/>
          </p:nvPr>
        </p:nvSpPr>
        <p:spPr>
          <a:xfrm>
            <a:off x="216000" y="1560240"/>
            <a:ext cx="3083400" cy="2621160"/>
          </a:xfrm>
          <a:prstGeom prst="rect">
            <a:avLst/>
          </a:prstGeom>
          <a:noFill/>
          <a:ln>
            <a:noFill/>
          </a:ln>
        </p:spPr>
        <p:txBody>
          <a:bodyPr anchorCtr="0" anchor="t" bIns="0" lIns="0" spcFirstLastPara="1" rIns="0" wrap="square" tIns="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56" name="Google Shape;56;p90"/>
          <p:cNvSpPr txBox="1"/>
          <p:nvPr>
            <p:ph idx="2" type="body"/>
          </p:nvPr>
        </p:nvSpPr>
        <p:spPr>
          <a:xfrm>
            <a:off x="3453840" y="1560240"/>
            <a:ext cx="3083400" cy="2621160"/>
          </a:xfrm>
          <a:prstGeom prst="rect">
            <a:avLst/>
          </a:prstGeom>
          <a:noFill/>
          <a:ln>
            <a:noFill/>
          </a:ln>
        </p:spPr>
        <p:txBody>
          <a:bodyPr anchorCtr="0" anchor="t" bIns="0" lIns="0" spcFirstLastPara="1" rIns="0" wrap="square" tIns="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57" name="Google Shape;57;p90"/>
          <p:cNvSpPr txBox="1"/>
          <p:nvPr>
            <p:ph idx="3" type="body"/>
          </p:nvPr>
        </p:nvSpPr>
        <p:spPr>
          <a:xfrm>
            <a:off x="6692040" y="1560240"/>
            <a:ext cx="3083400" cy="2621160"/>
          </a:xfrm>
          <a:prstGeom prst="rect">
            <a:avLst/>
          </a:prstGeom>
          <a:noFill/>
          <a:ln>
            <a:noFill/>
          </a:ln>
        </p:spPr>
        <p:txBody>
          <a:bodyPr anchorCtr="0" anchor="t" bIns="0" lIns="0" spcFirstLastPara="1" rIns="0" wrap="square" tIns="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58" name="Google Shape;58;p90"/>
          <p:cNvSpPr txBox="1"/>
          <p:nvPr>
            <p:ph idx="4" type="body"/>
          </p:nvPr>
        </p:nvSpPr>
        <p:spPr>
          <a:xfrm>
            <a:off x="216000" y="4430880"/>
            <a:ext cx="3083400" cy="2621160"/>
          </a:xfrm>
          <a:prstGeom prst="rect">
            <a:avLst/>
          </a:prstGeom>
          <a:noFill/>
          <a:ln>
            <a:noFill/>
          </a:ln>
        </p:spPr>
        <p:txBody>
          <a:bodyPr anchorCtr="0" anchor="t" bIns="0" lIns="0" spcFirstLastPara="1" rIns="0" wrap="square" tIns="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59" name="Google Shape;59;p90"/>
          <p:cNvSpPr txBox="1"/>
          <p:nvPr>
            <p:ph idx="5" type="body"/>
          </p:nvPr>
        </p:nvSpPr>
        <p:spPr>
          <a:xfrm>
            <a:off x="3453840" y="4430880"/>
            <a:ext cx="3083400" cy="2621160"/>
          </a:xfrm>
          <a:prstGeom prst="rect">
            <a:avLst/>
          </a:prstGeom>
          <a:noFill/>
          <a:ln>
            <a:noFill/>
          </a:ln>
        </p:spPr>
        <p:txBody>
          <a:bodyPr anchorCtr="0" anchor="t" bIns="0" lIns="0" spcFirstLastPara="1" rIns="0" wrap="square" tIns="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60" name="Google Shape;60;p90"/>
          <p:cNvSpPr txBox="1"/>
          <p:nvPr>
            <p:ph idx="6" type="body"/>
          </p:nvPr>
        </p:nvSpPr>
        <p:spPr>
          <a:xfrm>
            <a:off x="6692040" y="4430880"/>
            <a:ext cx="3083400" cy="2621160"/>
          </a:xfrm>
          <a:prstGeom prst="rect">
            <a:avLst/>
          </a:prstGeom>
          <a:noFill/>
          <a:ln>
            <a:noFill/>
          </a:ln>
        </p:spPr>
        <p:txBody>
          <a:bodyPr anchorCtr="0" anchor="t" bIns="0" lIns="0" spcFirstLastPara="1" rIns="0" wrap="square" tIns="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Content" type="obj">
  <p:cSld name="OBJECT">
    <p:spTree>
      <p:nvGrpSpPr>
        <p:cNvPr id="70" name="Shape 70"/>
        <p:cNvGrpSpPr/>
        <p:nvPr/>
      </p:nvGrpSpPr>
      <p:grpSpPr>
        <a:xfrm>
          <a:off x="0" y="0"/>
          <a:ext cx="0" cy="0"/>
          <a:chOff x="0" y="0"/>
          <a:chExt cx="0" cy="0"/>
        </a:xfrm>
      </p:grpSpPr>
      <p:sp>
        <p:nvSpPr>
          <p:cNvPr id="71" name="Google Shape;71;p78"/>
          <p:cNvSpPr txBox="1"/>
          <p:nvPr>
            <p:ph type="title"/>
          </p:nvPr>
        </p:nvSpPr>
        <p:spPr>
          <a:xfrm>
            <a:off x="719280" y="301320"/>
            <a:ext cx="8851680" cy="1258920"/>
          </a:xfrm>
          <a:prstGeom prst="rect">
            <a:avLst/>
          </a:prstGeom>
          <a:noFill/>
          <a:ln>
            <a:noFill/>
          </a:ln>
        </p:spPr>
        <p:txBody>
          <a:bodyPr anchorCtr="0" anchor="ctr" bIns="0" lIns="0" spcFirstLastPara="1" rIns="0" wrap="square" tIns="0">
            <a:no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2" name="Google Shape;72;p78"/>
          <p:cNvSpPr txBox="1"/>
          <p:nvPr>
            <p:ph idx="1" type="body"/>
          </p:nvPr>
        </p:nvSpPr>
        <p:spPr>
          <a:xfrm>
            <a:off x="216000" y="1560240"/>
            <a:ext cx="9576000" cy="5495760"/>
          </a:xfrm>
          <a:prstGeom prst="rect">
            <a:avLst/>
          </a:prstGeom>
          <a:noFill/>
          <a:ln>
            <a:noFill/>
          </a:ln>
        </p:spPr>
        <p:txBody>
          <a:bodyPr anchorCtr="0" anchor="t" bIns="0" lIns="0" spcFirstLastPara="1" rIns="0" wrap="square" tIns="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Slide" type="blank">
  <p:cSld name="BLANK">
    <p:spTree>
      <p:nvGrpSpPr>
        <p:cNvPr id="73" name="Shape 73"/>
        <p:cNvGrpSpPr/>
        <p:nvPr/>
      </p:nvGrpSpPr>
      <p:grpSpPr>
        <a:xfrm>
          <a:off x="0" y="0"/>
          <a:ext cx="0" cy="0"/>
          <a:chOff x="0" y="0"/>
          <a:chExt cx="0" cy="0"/>
        </a:xfrm>
      </p:grpSpPr>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x">
  <p:cSld name="TITLE_AND_BODY">
    <p:spTree>
      <p:nvGrpSpPr>
        <p:cNvPr id="74" name="Shape 74"/>
        <p:cNvGrpSpPr/>
        <p:nvPr/>
      </p:nvGrpSpPr>
      <p:grpSpPr>
        <a:xfrm>
          <a:off x="0" y="0"/>
          <a:ext cx="0" cy="0"/>
          <a:chOff x="0" y="0"/>
          <a:chExt cx="0" cy="0"/>
        </a:xfrm>
      </p:grpSpPr>
      <p:sp>
        <p:nvSpPr>
          <p:cNvPr id="75" name="Google Shape;75;p91"/>
          <p:cNvSpPr txBox="1"/>
          <p:nvPr>
            <p:ph type="title"/>
          </p:nvPr>
        </p:nvSpPr>
        <p:spPr>
          <a:xfrm>
            <a:off x="719280" y="301320"/>
            <a:ext cx="8851680" cy="1258920"/>
          </a:xfrm>
          <a:prstGeom prst="rect">
            <a:avLst/>
          </a:prstGeom>
          <a:noFill/>
          <a:ln>
            <a:noFill/>
          </a:ln>
        </p:spPr>
        <p:txBody>
          <a:bodyPr anchorCtr="0" anchor="ctr" bIns="0" lIns="0" spcFirstLastPara="1" rIns="0" wrap="square" tIns="0">
            <a:no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6" name="Google Shape;76;p91"/>
          <p:cNvSpPr txBox="1"/>
          <p:nvPr>
            <p:ph idx="1" type="subTitle"/>
          </p:nvPr>
        </p:nvSpPr>
        <p:spPr>
          <a:xfrm>
            <a:off x="216000" y="1560240"/>
            <a:ext cx="9576000" cy="5495760"/>
          </a:xfrm>
          <a:prstGeom prst="rect">
            <a:avLst/>
          </a:prstGeom>
          <a:noFill/>
          <a:ln>
            <a:noFill/>
          </a:ln>
        </p:spPr>
        <p:txBody>
          <a:bodyPr anchorCtr="0" anchor="ctr" bIns="0" lIns="0" spcFirstLastPara="1" rIns="0" wrap="square" tIns="0">
            <a:normAutofit/>
          </a:bodyPr>
          <a:lstStyle>
            <a:lvl1pPr lvl="0" algn="l">
              <a:lnSpc>
                <a:spcPct val="90000"/>
              </a:lnSpc>
              <a:spcBef>
                <a:spcPts val="1000"/>
              </a:spcBef>
              <a:spcAft>
                <a:spcPts val="0"/>
              </a:spcAft>
              <a:buClr>
                <a:schemeClr val="dk1"/>
              </a:buClr>
              <a:buSzPts val="1800"/>
              <a:buChar char="•"/>
              <a:defRPr/>
            </a:lvl1pPr>
            <a:lvl2pPr lvl="1" algn="l">
              <a:lnSpc>
                <a:spcPct val="90000"/>
              </a:lnSpc>
              <a:spcBef>
                <a:spcPts val="500"/>
              </a:spcBef>
              <a:spcAft>
                <a:spcPts val="0"/>
              </a:spcAft>
              <a:buClr>
                <a:schemeClr val="dk1"/>
              </a:buClr>
              <a:buSzPts val="1800"/>
              <a:buChar char="•"/>
              <a:defRPr/>
            </a:lvl2pPr>
            <a:lvl3pPr lvl="2" algn="l">
              <a:lnSpc>
                <a:spcPct val="90000"/>
              </a:lnSpc>
              <a:spcBef>
                <a:spcPts val="500"/>
              </a:spcBef>
              <a:spcAft>
                <a:spcPts val="0"/>
              </a:spcAft>
              <a:buClr>
                <a:schemeClr val="dk1"/>
              </a:buClr>
              <a:buSzPts val="1800"/>
              <a:buChar char="•"/>
              <a:defRPr/>
            </a:lvl3pPr>
            <a:lvl4pPr lvl="3" algn="l">
              <a:lnSpc>
                <a:spcPct val="90000"/>
              </a:lnSpc>
              <a:spcBef>
                <a:spcPts val="500"/>
              </a:spcBef>
              <a:spcAft>
                <a:spcPts val="0"/>
              </a:spcAft>
              <a:buClr>
                <a:schemeClr val="dk1"/>
              </a:buClr>
              <a:buSzPts val="1800"/>
              <a:buChar char="•"/>
              <a:defRPr/>
            </a:lvl4pPr>
            <a:lvl5pPr lvl="4" algn="l">
              <a:lnSpc>
                <a:spcPct val="90000"/>
              </a:lnSpc>
              <a:spcBef>
                <a:spcPts val="500"/>
              </a:spcBef>
              <a:spcAft>
                <a:spcPts val="0"/>
              </a:spcAft>
              <a:buClr>
                <a:schemeClr val="dk1"/>
              </a:buClr>
              <a:buSzPts val="1800"/>
              <a:buChar char="•"/>
              <a:defRPr/>
            </a:lvl5pPr>
            <a:lvl6pPr lvl="5" algn="l">
              <a:lnSpc>
                <a:spcPct val="90000"/>
              </a:lnSpc>
              <a:spcBef>
                <a:spcPts val="500"/>
              </a:spcBef>
              <a:spcAft>
                <a:spcPts val="0"/>
              </a:spcAft>
              <a:buClr>
                <a:schemeClr val="dk1"/>
              </a:buClr>
              <a:buSzPts val="1800"/>
              <a:buChar char="•"/>
              <a:defRPr/>
            </a:lvl6pPr>
            <a:lvl7pPr lvl="6" algn="l">
              <a:lnSpc>
                <a:spcPct val="90000"/>
              </a:lnSpc>
              <a:spcBef>
                <a:spcPts val="500"/>
              </a:spcBef>
              <a:spcAft>
                <a:spcPts val="0"/>
              </a:spcAft>
              <a:buClr>
                <a:schemeClr val="dk1"/>
              </a:buClr>
              <a:buSzPts val="1800"/>
              <a:buChar char="•"/>
              <a:defRPr/>
            </a:lvl7pPr>
            <a:lvl8pPr lvl="7" algn="l">
              <a:lnSpc>
                <a:spcPct val="90000"/>
              </a:lnSpc>
              <a:spcBef>
                <a:spcPts val="500"/>
              </a:spcBef>
              <a:spcAft>
                <a:spcPts val="0"/>
              </a:spcAft>
              <a:buClr>
                <a:schemeClr val="dk1"/>
              </a:buClr>
              <a:buSzPts val="1800"/>
              <a:buChar char="•"/>
              <a:defRPr/>
            </a:lvl8pPr>
            <a:lvl9pPr lvl="8" algn="l">
              <a:lnSpc>
                <a:spcPct val="90000"/>
              </a:lnSpc>
              <a:spcBef>
                <a:spcPts val="500"/>
              </a:spcBef>
              <a:spcAft>
                <a:spcPts val="0"/>
              </a:spcAft>
              <a:buClr>
                <a:schemeClr val="dk1"/>
              </a:buClr>
              <a:buSzPts val="1800"/>
              <a:buChar char="•"/>
              <a:defRPr/>
            </a:lvl9pPr>
          </a:lstStyle>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2 Content" type="twoObj">
  <p:cSld name="TWO_OBJECTS">
    <p:spTree>
      <p:nvGrpSpPr>
        <p:cNvPr id="77" name="Shape 77"/>
        <p:cNvGrpSpPr/>
        <p:nvPr/>
      </p:nvGrpSpPr>
      <p:grpSpPr>
        <a:xfrm>
          <a:off x="0" y="0"/>
          <a:ext cx="0" cy="0"/>
          <a:chOff x="0" y="0"/>
          <a:chExt cx="0" cy="0"/>
        </a:xfrm>
      </p:grpSpPr>
      <p:sp>
        <p:nvSpPr>
          <p:cNvPr id="78" name="Google Shape;78;p92"/>
          <p:cNvSpPr txBox="1"/>
          <p:nvPr>
            <p:ph type="title"/>
          </p:nvPr>
        </p:nvSpPr>
        <p:spPr>
          <a:xfrm>
            <a:off x="719280" y="301320"/>
            <a:ext cx="8851680" cy="1258920"/>
          </a:xfrm>
          <a:prstGeom prst="rect">
            <a:avLst/>
          </a:prstGeom>
          <a:noFill/>
          <a:ln>
            <a:noFill/>
          </a:ln>
        </p:spPr>
        <p:txBody>
          <a:bodyPr anchorCtr="0" anchor="ctr" bIns="0" lIns="0" spcFirstLastPara="1" rIns="0" wrap="square" tIns="0">
            <a:no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9" name="Google Shape;79;p92"/>
          <p:cNvSpPr txBox="1"/>
          <p:nvPr>
            <p:ph idx="1" type="body"/>
          </p:nvPr>
        </p:nvSpPr>
        <p:spPr>
          <a:xfrm>
            <a:off x="216000" y="1560240"/>
            <a:ext cx="4672800" cy="5495760"/>
          </a:xfrm>
          <a:prstGeom prst="rect">
            <a:avLst/>
          </a:prstGeom>
          <a:noFill/>
          <a:ln>
            <a:noFill/>
          </a:ln>
        </p:spPr>
        <p:txBody>
          <a:bodyPr anchorCtr="0" anchor="t" bIns="0" lIns="0" spcFirstLastPara="1" rIns="0" wrap="square" tIns="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80" name="Google Shape;80;p92"/>
          <p:cNvSpPr txBox="1"/>
          <p:nvPr>
            <p:ph idx="2" type="body"/>
          </p:nvPr>
        </p:nvSpPr>
        <p:spPr>
          <a:xfrm>
            <a:off x="5122800" y="1560240"/>
            <a:ext cx="4672800" cy="5495760"/>
          </a:xfrm>
          <a:prstGeom prst="rect">
            <a:avLst/>
          </a:prstGeom>
          <a:noFill/>
          <a:ln>
            <a:noFill/>
          </a:ln>
        </p:spPr>
        <p:txBody>
          <a:bodyPr anchorCtr="0" anchor="t" bIns="0" lIns="0" spcFirstLastPara="1" rIns="0" wrap="square" tIns="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81" name="Shape 81"/>
        <p:cNvGrpSpPr/>
        <p:nvPr/>
      </p:nvGrpSpPr>
      <p:grpSpPr>
        <a:xfrm>
          <a:off x="0" y="0"/>
          <a:ext cx="0" cy="0"/>
          <a:chOff x="0" y="0"/>
          <a:chExt cx="0" cy="0"/>
        </a:xfrm>
      </p:grpSpPr>
      <p:sp>
        <p:nvSpPr>
          <p:cNvPr id="82" name="Google Shape;82;p93"/>
          <p:cNvSpPr txBox="1"/>
          <p:nvPr>
            <p:ph type="title"/>
          </p:nvPr>
        </p:nvSpPr>
        <p:spPr>
          <a:xfrm>
            <a:off x="719280" y="301320"/>
            <a:ext cx="8851680" cy="1258920"/>
          </a:xfrm>
          <a:prstGeom prst="rect">
            <a:avLst/>
          </a:prstGeom>
          <a:noFill/>
          <a:ln>
            <a:noFill/>
          </a:ln>
        </p:spPr>
        <p:txBody>
          <a:bodyPr anchorCtr="0" anchor="ctr" bIns="0" lIns="0" spcFirstLastPara="1" rIns="0" wrap="square" tIns="0">
            <a:no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entered Text" type="objOnly">
  <p:cSld name="OBJECT_ONLY">
    <p:spTree>
      <p:nvGrpSpPr>
        <p:cNvPr id="83" name="Shape 83"/>
        <p:cNvGrpSpPr/>
        <p:nvPr/>
      </p:nvGrpSpPr>
      <p:grpSpPr>
        <a:xfrm>
          <a:off x="0" y="0"/>
          <a:ext cx="0" cy="0"/>
          <a:chOff x="0" y="0"/>
          <a:chExt cx="0" cy="0"/>
        </a:xfrm>
      </p:grpSpPr>
      <p:sp>
        <p:nvSpPr>
          <p:cNvPr id="84" name="Google Shape;84;p94"/>
          <p:cNvSpPr txBox="1"/>
          <p:nvPr>
            <p:ph idx="1" type="subTitle"/>
          </p:nvPr>
        </p:nvSpPr>
        <p:spPr>
          <a:xfrm>
            <a:off x="719280" y="301320"/>
            <a:ext cx="8851680" cy="5837040"/>
          </a:xfrm>
          <a:prstGeom prst="rect">
            <a:avLst/>
          </a:prstGeom>
          <a:noFill/>
          <a:ln>
            <a:noFill/>
          </a:ln>
        </p:spPr>
        <p:txBody>
          <a:bodyPr anchorCtr="0" anchor="ctr" bIns="0" lIns="0" spcFirstLastPara="1" rIns="0" wrap="square" tIns="0">
            <a:normAutofit/>
          </a:bodyPr>
          <a:lstStyle>
            <a:lvl1pPr lvl="0" algn="l">
              <a:lnSpc>
                <a:spcPct val="90000"/>
              </a:lnSpc>
              <a:spcBef>
                <a:spcPts val="1000"/>
              </a:spcBef>
              <a:spcAft>
                <a:spcPts val="0"/>
              </a:spcAft>
              <a:buClr>
                <a:schemeClr val="dk1"/>
              </a:buClr>
              <a:buSzPts val="1800"/>
              <a:buChar char="•"/>
              <a:defRPr/>
            </a:lvl1pPr>
            <a:lvl2pPr lvl="1" algn="l">
              <a:lnSpc>
                <a:spcPct val="90000"/>
              </a:lnSpc>
              <a:spcBef>
                <a:spcPts val="500"/>
              </a:spcBef>
              <a:spcAft>
                <a:spcPts val="0"/>
              </a:spcAft>
              <a:buClr>
                <a:schemeClr val="dk1"/>
              </a:buClr>
              <a:buSzPts val="1800"/>
              <a:buChar char="•"/>
              <a:defRPr/>
            </a:lvl2pPr>
            <a:lvl3pPr lvl="2" algn="l">
              <a:lnSpc>
                <a:spcPct val="90000"/>
              </a:lnSpc>
              <a:spcBef>
                <a:spcPts val="500"/>
              </a:spcBef>
              <a:spcAft>
                <a:spcPts val="0"/>
              </a:spcAft>
              <a:buClr>
                <a:schemeClr val="dk1"/>
              </a:buClr>
              <a:buSzPts val="1800"/>
              <a:buChar char="•"/>
              <a:defRPr/>
            </a:lvl3pPr>
            <a:lvl4pPr lvl="3" algn="l">
              <a:lnSpc>
                <a:spcPct val="90000"/>
              </a:lnSpc>
              <a:spcBef>
                <a:spcPts val="500"/>
              </a:spcBef>
              <a:spcAft>
                <a:spcPts val="0"/>
              </a:spcAft>
              <a:buClr>
                <a:schemeClr val="dk1"/>
              </a:buClr>
              <a:buSzPts val="1800"/>
              <a:buChar char="•"/>
              <a:defRPr/>
            </a:lvl4pPr>
            <a:lvl5pPr lvl="4" algn="l">
              <a:lnSpc>
                <a:spcPct val="90000"/>
              </a:lnSpc>
              <a:spcBef>
                <a:spcPts val="500"/>
              </a:spcBef>
              <a:spcAft>
                <a:spcPts val="0"/>
              </a:spcAft>
              <a:buClr>
                <a:schemeClr val="dk1"/>
              </a:buClr>
              <a:buSzPts val="1800"/>
              <a:buChar char="•"/>
              <a:defRPr/>
            </a:lvl5pPr>
            <a:lvl6pPr lvl="5" algn="l">
              <a:lnSpc>
                <a:spcPct val="90000"/>
              </a:lnSpc>
              <a:spcBef>
                <a:spcPts val="500"/>
              </a:spcBef>
              <a:spcAft>
                <a:spcPts val="0"/>
              </a:spcAft>
              <a:buClr>
                <a:schemeClr val="dk1"/>
              </a:buClr>
              <a:buSzPts val="1800"/>
              <a:buChar char="•"/>
              <a:defRPr/>
            </a:lvl6pPr>
            <a:lvl7pPr lvl="6" algn="l">
              <a:lnSpc>
                <a:spcPct val="90000"/>
              </a:lnSpc>
              <a:spcBef>
                <a:spcPts val="500"/>
              </a:spcBef>
              <a:spcAft>
                <a:spcPts val="0"/>
              </a:spcAft>
              <a:buClr>
                <a:schemeClr val="dk1"/>
              </a:buClr>
              <a:buSzPts val="1800"/>
              <a:buChar char="•"/>
              <a:defRPr/>
            </a:lvl7pPr>
            <a:lvl8pPr lvl="7" algn="l">
              <a:lnSpc>
                <a:spcPct val="90000"/>
              </a:lnSpc>
              <a:spcBef>
                <a:spcPts val="500"/>
              </a:spcBef>
              <a:spcAft>
                <a:spcPts val="0"/>
              </a:spcAft>
              <a:buClr>
                <a:schemeClr val="dk1"/>
              </a:buClr>
              <a:buSzPts val="1800"/>
              <a:buChar char="•"/>
              <a:defRPr/>
            </a:lvl8pPr>
            <a:lvl9pPr lvl="8" algn="l">
              <a:lnSpc>
                <a:spcPct val="90000"/>
              </a:lnSpc>
              <a:spcBef>
                <a:spcPts val="500"/>
              </a:spcBef>
              <a:spcAft>
                <a:spcPts val="0"/>
              </a:spcAft>
              <a:buClr>
                <a:schemeClr val="dk1"/>
              </a:buClr>
              <a:buSzPts val="1800"/>
              <a:buChar char="•"/>
              <a:defRPr/>
            </a:lvl9pPr>
          </a:lstStyle>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2 Content and Content" type="twoObjAndObj">
  <p:cSld name="TWO_OBJECTS_AND_OBJECT">
    <p:spTree>
      <p:nvGrpSpPr>
        <p:cNvPr id="85" name="Shape 85"/>
        <p:cNvGrpSpPr/>
        <p:nvPr/>
      </p:nvGrpSpPr>
      <p:grpSpPr>
        <a:xfrm>
          <a:off x="0" y="0"/>
          <a:ext cx="0" cy="0"/>
          <a:chOff x="0" y="0"/>
          <a:chExt cx="0" cy="0"/>
        </a:xfrm>
      </p:grpSpPr>
      <p:sp>
        <p:nvSpPr>
          <p:cNvPr id="86" name="Google Shape;86;p95"/>
          <p:cNvSpPr txBox="1"/>
          <p:nvPr>
            <p:ph type="title"/>
          </p:nvPr>
        </p:nvSpPr>
        <p:spPr>
          <a:xfrm>
            <a:off x="719280" y="301320"/>
            <a:ext cx="8851680" cy="1258920"/>
          </a:xfrm>
          <a:prstGeom prst="rect">
            <a:avLst/>
          </a:prstGeom>
          <a:noFill/>
          <a:ln>
            <a:noFill/>
          </a:ln>
        </p:spPr>
        <p:txBody>
          <a:bodyPr anchorCtr="0" anchor="ctr" bIns="0" lIns="0" spcFirstLastPara="1" rIns="0" wrap="square" tIns="0">
            <a:no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7" name="Google Shape;87;p95"/>
          <p:cNvSpPr txBox="1"/>
          <p:nvPr>
            <p:ph idx="1" type="body"/>
          </p:nvPr>
        </p:nvSpPr>
        <p:spPr>
          <a:xfrm>
            <a:off x="216000" y="1560240"/>
            <a:ext cx="4672800" cy="2621160"/>
          </a:xfrm>
          <a:prstGeom prst="rect">
            <a:avLst/>
          </a:prstGeom>
          <a:noFill/>
          <a:ln>
            <a:noFill/>
          </a:ln>
        </p:spPr>
        <p:txBody>
          <a:bodyPr anchorCtr="0" anchor="t" bIns="0" lIns="0" spcFirstLastPara="1" rIns="0" wrap="square" tIns="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88" name="Google Shape;88;p95"/>
          <p:cNvSpPr txBox="1"/>
          <p:nvPr>
            <p:ph idx="2" type="body"/>
          </p:nvPr>
        </p:nvSpPr>
        <p:spPr>
          <a:xfrm>
            <a:off x="5122800" y="1560240"/>
            <a:ext cx="4672800" cy="5495760"/>
          </a:xfrm>
          <a:prstGeom prst="rect">
            <a:avLst/>
          </a:prstGeom>
          <a:noFill/>
          <a:ln>
            <a:noFill/>
          </a:ln>
        </p:spPr>
        <p:txBody>
          <a:bodyPr anchorCtr="0" anchor="t" bIns="0" lIns="0" spcFirstLastPara="1" rIns="0" wrap="square" tIns="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89" name="Google Shape;89;p95"/>
          <p:cNvSpPr txBox="1"/>
          <p:nvPr>
            <p:ph idx="3" type="body"/>
          </p:nvPr>
        </p:nvSpPr>
        <p:spPr>
          <a:xfrm>
            <a:off x="216000" y="4430880"/>
            <a:ext cx="4672800" cy="2621160"/>
          </a:xfrm>
          <a:prstGeom prst="rect">
            <a:avLst/>
          </a:prstGeom>
          <a:noFill/>
          <a:ln>
            <a:noFill/>
          </a:ln>
        </p:spPr>
        <p:txBody>
          <a:bodyPr anchorCtr="0" anchor="t" bIns="0" lIns="0" spcFirstLastPara="1" rIns="0" wrap="square" tIns="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Content and 2 Content" type="objAndTwoObj">
  <p:cSld name="OBJECT_AND_TWO_OBJECTS">
    <p:spTree>
      <p:nvGrpSpPr>
        <p:cNvPr id="90" name="Shape 90"/>
        <p:cNvGrpSpPr/>
        <p:nvPr/>
      </p:nvGrpSpPr>
      <p:grpSpPr>
        <a:xfrm>
          <a:off x="0" y="0"/>
          <a:ext cx="0" cy="0"/>
          <a:chOff x="0" y="0"/>
          <a:chExt cx="0" cy="0"/>
        </a:xfrm>
      </p:grpSpPr>
      <p:sp>
        <p:nvSpPr>
          <p:cNvPr id="91" name="Google Shape;91;p96"/>
          <p:cNvSpPr txBox="1"/>
          <p:nvPr>
            <p:ph type="title"/>
          </p:nvPr>
        </p:nvSpPr>
        <p:spPr>
          <a:xfrm>
            <a:off x="719280" y="301320"/>
            <a:ext cx="8851680" cy="1258920"/>
          </a:xfrm>
          <a:prstGeom prst="rect">
            <a:avLst/>
          </a:prstGeom>
          <a:noFill/>
          <a:ln>
            <a:noFill/>
          </a:ln>
        </p:spPr>
        <p:txBody>
          <a:bodyPr anchorCtr="0" anchor="ctr" bIns="0" lIns="0" spcFirstLastPara="1" rIns="0" wrap="square" tIns="0">
            <a:no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92" name="Google Shape;92;p96"/>
          <p:cNvSpPr txBox="1"/>
          <p:nvPr>
            <p:ph idx="1" type="body"/>
          </p:nvPr>
        </p:nvSpPr>
        <p:spPr>
          <a:xfrm>
            <a:off x="216000" y="1560240"/>
            <a:ext cx="4672800" cy="5495760"/>
          </a:xfrm>
          <a:prstGeom prst="rect">
            <a:avLst/>
          </a:prstGeom>
          <a:noFill/>
          <a:ln>
            <a:noFill/>
          </a:ln>
        </p:spPr>
        <p:txBody>
          <a:bodyPr anchorCtr="0" anchor="t" bIns="0" lIns="0" spcFirstLastPara="1" rIns="0" wrap="square" tIns="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93" name="Google Shape;93;p96"/>
          <p:cNvSpPr txBox="1"/>
          <p:nvPr>
            <p:ph idx="2" type="body"/>
          </p:nvPr>
        </p:nvSpPr>
        <p:spPr>
          <a:xfrm>
            <a:off x="5122800" y="1560240"/>
            <a:ext cx="4672800" cy="2621160"/>
          </a:xfrm>
          <a:prstGeom prst="rect">
            <a:avLst/>
          </a:prstGeom>
          <a:noFill/>
          <a:ln>
            <a:noFill/>
          </a:ln>
        </p:spPr>
        <p:txBody>
          <a:bodyPr anchorCtr="0" anchor="t" bIns="0" lIns="0" spcFirstLastPara="1" rIns="0" wrap="square" tIns="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94" name="Google Shape;94;p96"/>
          <p:cNvSpPr txBox="1"/>
          <p:nvPr>
            <p:ph idx="3" type="body"/>
          </p:nvPr>
        </p:nvSpPr>
        <p:spPr>
          <a:xfrm>
            <a:off x="5122800" y="4430880"/>
            <a:ext cx="4672800" cy="2621160"/>
          </a:xfrm>
          <a:prstGeom prst="rect">
            <a:avLst/>
          </a:prstGeom>
          <a:noFill/>
          <a:ln>
            <a:noFill/>
          </a:ln>
        </p:spPr>
        <p:txBody>
          <a:bodyPr anchorCtr="0" anchor="t" bIns="0" lIns="0" spcFirstLastPara="1" rIns="0" wrap="square" tIns="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2 Content over Content" type="twoObjOverTx">
  <p:cSld name="TWO_OBJECTS_OVER_TEXT">
    <p:spTree>
      <p:nvGrpSpPr>
        <p:cNvPr id="95" name="Shape 95"/>
        <p:cNvGrpSpPr/>
        <p:nvPr/>
      </p:nvGrpSpPr>
      <p:grpSpPr>
        <a:xfrm>
          <a:off x="0" y="0"/>
          <a:ext cx="0" cy="0"/>
          <a:chOff x="0" y="0"/>
          <a:chExt cx="0" cy="0"/>
        </a:xfrm>
      </p:grpSpPr>
      <p:sp>
        <p:nvSpPr>
          <p:cNvPr id="96" name="Google Shape;96;p97"/>
          <p:cNvSpPr txBox="1"/>
          <p:nvPr>
            <p:ph type="title"/>
          </p:nvPr>
        </p:nvSpPr>
        <p:spPr>
          <a:xfrm>
            <a:off x="719280" y="301320"/>
            <a:ext cx="8851680" cy="1258920"/>
          </a:xfrm>
          <a:prstGeom prst="rect">
            <a:avLst/>
          </a:prstGeom>
          <a:noFill/>
          <a:ln>
            <a:noFill/>
          </a:ln>
        </p:spPr>
        <p:txBody>
          <a:bodyPr anchorCtr="0" anchor="ctr" bIns="0" lIns="0" spcFirstLastPara="1" rIns="0" wrap="square" tIns="0">
            <a:no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97" name="Google Shape;97;p97"/>
          <p:cNvSpPr txBox="1"/>
          <p:nvPr>
            <p:ph idx="1" type="body"/>
          </p:nvPr>
        </p:nvSpPr>
        <p:spPr>
          <a:xfrm>
            <a:off x="216000" y="1560240"/>
            <a:ext cx="4672800" cy="2621160"/>
          </a:xfrm>
          <a:prstGeom prst="rect">
            <a:avLst/>
          </a:prstGeom>
          <a:noFill/>
          <a:ln>
            <a:noFill/>
          </a:ln>
        </p:spPr>
        <p:txBody>
          <a:bodyPr anchorCtr="0" anchor="t" bIns="0" lIns="0" spcFirstLastPara="1" rIns="0" wrap="square" tIns="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98" name="Google Shape;98;p97"/>
          <p:cNvSpPr txBox="1"/>
          <p:nvPr>
            <p:ph idx="2" type="body"/>
          </p:nvPr>
        </p:nvSpPr>
        <p:spPr>
          <a:xfrm>
            <a:off x="5122800" y="1560240"/>
            <a:ext cx="4672800" cy="2621160"/>
          </a:xfrm>
          <a:prstGeom prst="rect">
            <a:avLst/>
          </a:prstGeom>
          <a:noFill/>
          <a:ln>
            <a:noFill/>
          </a:ln>
        </p:spPr>
        <p:txBody>
          <a:bodyPr anchorCtr="0" anchor="t" bIns="0" lIns="0" spcFirstLastPara="1" rIns="0" wrap="square" tIns="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99" name="Google Shape;99;p97"/>
          <p:cNvSpPr txBox="1"/>
          <p:nvPr>
            <p:ph idx="3" type="body"/>
          </p:nvPr>
        </p:nvSpPr>
        <p:spPr>
          <a:xfrm>
            <a:off x="216000" y="4430880"/>
            <a:ext cx="9576000" cy="2621160"/>
          </a:xfrm>
          <a:prstGeom prst="rect">
            <a:avLst/>
          </a:prstGeom>
          <a:noFill/>
          <a:ln>
            <a:noFill/>
          </a:ln>
        </p:spPr>
        <p:txBody>
          <a:bodyPr anchorCtr="0" anchor="t" bIns="0" lIns="0" spcFirstLastPara="1" rIns="0" wrap="square" tIns="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Content over Content" type="objOverTx">
  <p:cSld name="OBJECT_OVER_TEXT">
    <p:spTree>
      <p:nvGrpSpPr>
        <p:cNvPr id="100" name="Shape 100"/>
        <p:cNvGrpSpPr/>
        <p:nvPr/>
      </p:nvGrpSpPr>
      <p:grpSpPr>
        <a:xfrm>
          <a:off x="0" y="0"/>
          <a:ext cx="0" cy="0"/>
          <a:chOff x="0" y="0"/>
          <a:chExt cx="0" cy="0"/>
        </a:xfrm>
      </p:grpSpPr>
      <p:sp>
        <p:nvSpPr>
          <p:cNvPr id="101" name="Google Shape;101;p98"/>
          <p:cNvSpPr txBox="1"/>
          <p:nvPr>
            <p:ph type="title"/>
          </p:nvPr>
        </p:nvSpPr>
        <p:spPr>
          <a:xfrm>
            <a:off x="719280" y="301320"/>
            <a:ext cx="8851680" cy="1258920"/>
          </a:xfrm>
          <a:prstGeom prst="rect">
            <a:avLst/>
          </a:prstGeom>
          <a:noFill/>
          <a:ln>
            <a:noFill/>
          </a:ln>
        </p:spPr>
        <p:txBody>
          <a:bodyPr anchorCtr="0" anchor="ctr" bIns="0" lIns="0" spcFirstLastPara="1" rIns="0" wrap="square" tIns="0">
            <a:no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02" name="Google Shape;102;p98"/>
          <p:cNvSpPr txBox="1"/>
          <p:nvPr>
            <p:ph idx="1" type="body"/>
          </p:nvPr>
        </p:nvSpPr>
        <p:spPr>
          <a:xfrm>
            <a:off x="216000" y="1560240"/>
            <a:ext cx="9576000" cy="2621160"/>
          </a:xfrm>
          <a:prstGeom prst="rect">
            <a:avLst/>
          </a:prstGeom>
          <a:noFill/>
          <a:ln>
            <a:noFill/>
          </a:ln>
        </p:spPr>
        <p:txBody>
          <a:bodyPr anchorCtr="0" anchor="t" bIns="0" lIns="0" spcFirstLastPara="1" rIns="0" wrap="square" tIns="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03" name="Google Shape;103;p98"/>
          <p:cNvSpPr txBox="1"/>
          <p:nvPr>
            <p:ph idx="2" type="body"/>
          </p:nvPr>
        </p:nvSpPr>
        <p:spPr>
          <a:xfrm>
            <a:off x="216000" y="4430880"/>
            <a:ext cx="9576000" cy="2621160"/>
          </a:xfrm>
          <a:prstGeom prst="rect">
            <a:avLst/>
          </a:prstGeom>
          <a:noFill/>
          <a:ln>
            <a:noFill/>
          </a:ln>
        </p:spPr>
        <p:txBody>
          <a:bodyPr anchorCtr="0" anchor="t" bIns="0" lIns="0" spcFirstLastPara="1" rIns="0" wrap="square" tIns="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4 Content" type="fourObj">
  <p:cSld name="FOUR_OBJECTS">
    <p:spTree>
      <p:nvGrpSpPr>
        <p:cNvPr id="104" name="Shape 104"/>
        <p:cNvGrpSpPr/>
        <p:nvPr/>
      </p:nvGrpSpPr>
      <p:grpSpPr>
        <a:xfrm>
          <a:off x="0" y="0"/>
          <a:ext cx="0" cy="0"/>
          <a:chOff x="0" y="0"/>
          <a:chExt cx="0" cy="0"/>
        </a:xfrm>
      </p:grpSpPr>
      <p:sp>
        <p:nvSpPr>
          <p:cNvPr id="105" name="Google Shape;105;p99"/>
          <p:cNvSpPr txBox="1"/>
          <p:nvPr>
            <p:ph type="title"/>
          </p:nvPr>
        </p:nvSpPr>
        <p:spPr>
          <a:xfrm>
            <a:off x="719280" y="301320"/>
            <a:ext cx="8851680" cy="1258920"/>
          </a:xfrm>
          <a:prstGeom prst="rect">
            <a:avLst/>
          </a:prstGeom>
          <a:noFill/>
          <a:ln>
            <a:noFill/>
          </a:ln>
        </p:spPr>
        <p:txBody>
          <a:bodyPr anchorCtr="0" anchor="ctr" bIns="0" lIns="0" spcFirstLastPara="1" rIns="0" wrap="square" tIns="0">
            <a:no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06" name="Google Shape;106;p99"/>
          <p:cNvSpPr txBox="1"/>
          <p:nvPr>
            <p:ph idx="1" type="body"/>
          </p:nvPr>
        </p:nvSpPr>
        <p:spPr>
          <a:xfrm>
            <a:off x="216000" y="1560240"/>
            <a:ext cx="4672800" cy="2621160"/>
          </a:xfrm>
          <a:prstGeom prst="rect">
            <a:avLst/>
          </a:prstGeom>
          <a:noFill/>
          <a:ln>
            <a:noFill/>
          </a:ln>
        </p:spPr>
        <p:txBody>
          <a:bodyPr anchorCtr="0" anchor="t" bIns="0" lIns="0" spcFirstLastPara="1" rIns="0" wrap="square" tIns="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07" name="Google Shape;107;p99"/>
          <p:cNvSpPr txBox="1"/>
          <p:nvPr>
            <p:ph idx="2" type="body"/>
          </p:nvPr>
        </p:nvSpPr>
        <p:spPr>
          <a:xfrm>
            <a:off x="5122800" y="1560240"/>
            <a:ext cx="4672800" cy="2621160"/>
          </a:xfrm>
          <a:prstGeom prst="rect">
            <a:avLst/>
          </a:prstGeom>
          <a:noFill/>
          <a:ln>
            <a:noFill/>
          </a:ln>
        </p:spPr>
        <p:txBody>
          <a:bodyPr anchorCtr="0" anchor="t" bIns="0" lIns="0" spcFirstLastPara="1" rIns="0" wrap="square" tIns="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08" name="Google Shape;108;p99"/>
          <p:cNvSpPr txBox="1"/>
          <p:nvPr>
            <p:ph idx="3" type="body"/>
          </p:nvPr>
        </p:nvSpPr>
        <p:spPr>
          <a:xfrm>
            <a:off x="216000" y="4430880"/>
            <a:ext cx="4672800" cy="2621160"/>
          </a:xfrm>
          <a:prstGeom prst="rect">
            <a:avLst/>
          </a:prstGeom>
          <a:noFill/>
          <a:ln>
            <a:noFill/>
          </a:ln>
        </p:spPr>
        <p:txBody>
          <a:bodyPr anchorCtr="0" anchor="t" bIns="0" lIns="0" spcFirstLastPara="1" rIns="0" wrap="square" tIns="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09" name="Google Shape;109;p99"/>
          <p:cNvSpPr txBox="1"/>
          <p:nvPr>
            <p:ph idx="4" type="body"/>
          </p:nvPr>
        </p:nvSpPr>
        <p:spPr>
          <a:xfrm>
            <a:off x="5122800" y="4430880"/>
            <a:ext cx="4672800" cy="2621160"/>
          </a:xfrm>
          <a:prstGeom prst="rect">
            <a:avLst/>
          </a:prstGeom>
          <a:noFill/>
          <a:ln>
            <a:noFill/>
          </a:ln>
        </p:spPr>
        <p:txBody>
          <a:bodyPr anchorCtr="0" anchor="t" bIns="0" lIns="0" spcFirstLastPara="1" rIns="0" wrap="square" tIns="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6 Content">
  <p:cSld name="Title, 6 Content">
    <p:spTree>
      <p:nvGrpSpPr>
        <p:cNvPr id="110" name="Shape 110"/>
        <p:cNvGrpSpPr/>
        <p:nvPr/>
      </p:nvGrpSpPr>
      <p:grpSpPr>
        <a:xfrm>
          <a:off x="0" y="0"/>
          <a:ext cx="0" cy="0"/>
          <a:chOff x="0" y="0"/>
          <a:chExt cx="0" cy="0"/>
        </a:xfrm>
      </p:grpSpPr>
      <p:sp>
        <p:nvSpPr>
          <p:cNvPr id="111" name="Google Shape;111;p100"/>
          <p:cNvSpPr txBox="1"/>
          <p:nvPr>
            <p:ph type="title"/>
          </p:nvPr>
        </p:nvSpPr>
        <p:spPr>
          <a:xfrm>
            <a:off x="719280" y="301320"/>
            <a:ext cx="8851680" cy="1258920"/>
          </a:xfrm>
          <a:prstGeom prst="rect">
            <a:avLst/>
          </a:prstGeom>
          <a:noFill/>
          <a:ln>
            <a:noFill/>
          </a:ln>
        </p:spPr>
        <p:txBody>
          <a:bodyPr anchorCtr="0" anchor="ctr" bIns="0" lIns="0" spcFirstLastPara="1" rIns="0" wrap="square" tIns="0">
            <a:no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12" name="Google Shape;112;p100"/>
          <p:cNvSpPr txBox="1"/>
          <p:nvPr>
            <p:ph idx="1" type="body"/>
          </p:nvPr>
        </p:nvSpPr>
        <p:spPr>
          <a:xfrm>
            <a:off x="216000" y="1560240"/>
            <a:ext cx="3083400" cy="2621160"/>
          </a:xfrm>
          <a:prstGeom prst="rect">
            <a:avLst/>
          </a:prstGeom>
          <a:noFill/>
          <a:ln>
            <a:noFill/>
          </a:ln>
        </p:spPr>
        <p:txBody>
          <a:bodyPr anchorCtr="0" anchor="t" bIns="0" lIns="0" spcFirstLastPara="1" rIns="0" wrap="square" tIns="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13" name="Google Shape;113;p100"/>
          <p:cNvSpPr txBox="1"/>
          <p:nvPr>
            <p:ph idx="2" type="body"/>
          </p:nvPr>
        </p:nvSpPr>
        <p:spPr>
          <a:xfrm>
            <a:off x="3453840" y="1560240"/>
            <a:ext cx="3083400" cy="2621160"/>
          </a:xfrm>
          <a:prstGeom prst="rect">
            <a:avLst/>
          </a:prstGeom>
          <a:noFill/>
          <a:ln>
            <a:noFill/>
          </a:ln>
        </p:spPr>
        <p:txBody>
          <a:bodyPr anchorCtr="0" anchor="t" bIns="0" lIns="0" spcFirstLastPara="1" rIns="0" wrap="square" tIns="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14" name="Google Shape;114;p100"/>
          <p:cNvSpPr txBox="1"/>
          <p:nvPr>
            <p:ph idx="3" type="body"/>
          </p:nvPr>
        </p:nvSpPr>
        <p:spPr>
          <a:xfrm>
            <a:off x="6692040" y="1560240"/>
            <a:ext cx="3083400" cy="2621160"/>
          </a:xfrm>
          <a:prstGeom prst="rect">
            <a:avLst/>
          </a:prstGeom>
          <a:noFill/>
          <a:ln>
            <a:noFill/>
          </a:ln>
        </p:spPr>
        <p:txBody>
          <a:bodyPr anchorCtr="0" anchor="t" bIns="0" lIns="0" spcFirstLastPara="1" rIns="0" wrap="square" tIns="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15" name="Google Shape;115;p100"/>
          <p:cNvSpPr txBox="1"/>
          <p:nvPr>
            <p:ph idx="4" type="body"/>
          </p:nvPr>
        </p:nvSpPr>
        <p:spPr>
          <a:xfrm>
            <a:off x="216000" y="4430880"/>
            <a:ext cx="3083400" cy="2621160"/>
          </a:xfrm>
          <a:prstGeom prst="rect">
            <a:avLst/>
          </a:prstGeom>
          <a:noFill/>
          <a:ln>
            <a:noFill/>
          </a:ln>
        </p:spPr>
        <p:txBody>
          <a:bodyPr anchorCtr="0" anchor="t" bIns="0" lIns="0" spcFirstLastPara="1" rIns="0" wrap="square" tIns="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16" name="Google Shape;116;p100"/>
          <p:cNvSpPr txBox="1"/>
          <p:nvPr>
            <p:ph idx="5" type="body"/>
          </p:nvPr>
        </p:nvSpPr>
        <p:spPr>
          <a:xfrm>
            <a:off x="3453840" y="4430880"/>
            <a:ext cx="3083400" cy="2621160"/>
          </a:xfrm>
          <a:prstGeom prst="rect">
            <a:avLst/>
          </a:prstGeom>
          <a:noFill/>
          <a:ln>
            <a:noFill/>
          </a:ln>
        </p:spPr>
        <p:txBody>
          <a:bodyPr anchorCtr="0" anchor="t" bIns="0" lIns="0" spcFirstLastPara="1" rIns="0" wrap="square" tIns="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17" name="Google Shape;117;p100"/>
          <p:cNvSpPr txBox="1"/>
          <p:nvPr>
            <p:ph idx="6" type="body"/>
          </p:nvPr>
        </p:nvSpPr>
        <p:spPr>
          <a:xfrm>
            <a:off x="6692040" y="4430880"/>
            <a:ext cx="3083400" cy="2621160"/>
          </a:xfrm>
          <a:prstGeom prst="rect">
            <a:avLst/>
          </a:prstGeom>
          <a:noFill/>
          <a:ln>
            <a:noFill/>
          </a:ln>
        </p:spPr>
        <p:txBody>
          <a:bodyPr anchorCtr="0" anchor="t" bIns="0" lIns="0" spcFirstLastPara="1" rIns="0" wrap="square" tIns="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theme" Target="../theme/theme1.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_rels/slideMaster2.xml.rels><?xml version="1.0" encoding="UTF-8" standalone="yes"?><Relationships xmlns="http://schemas.openxmlformats.org/package/2006/relationships"><Relationship Id="rId11" Type="http://schemas.openxmlformats.org/officeDocument/2006/relationships/slideLayout" Target="../slideLayouts/slideLayout21.xml"/><Relationship Id="rId10" Type="http://schemas.openxmlformats.org/officeDocument/2006/relationships/slideLayout" Target="../slideLayouts/slideLayout20.xml"/><Relationship Id="rId13" Type="http://schemas.openxmlformats.org/officeDocument/2006/relationships/slideLayout" Target="../slideLayouts/slideLayout23.xml"/><Relationship Id="rId12" Type="http://schemas.openxmlformats.org/officeDocument/2006/relationships/slideLayout" Target="../slideLayouts/slideLayout22.xml"/><Relationship Id="rId1" Type="http://schemas.openxmlformats.org/officeDocument/2006/relationships/image" Target="../media/image1.png"/><Relationship Id="rId2" Type="http://schemas.openxmlformats.org/officeDocument/2006/relationships/image" Target="../media/image2.png"/><Relationship Id="rId3" Type="http://schemas.openxmlformats.org/officeDocument/2006/relationships/slideLayout" Target="../slideLayouts/slideLayout13.xml"/><Relationship Id="rId4" Type="http://schemas.openxmlformats.org/officeDocument/2006/relationships/slideLayout" Target="../slideLayouts/slideLayout14.xml"/><Relationship Id="rId9" Type="http://schemas.openxmlformats.org/officeDocument/2006/relationships/slideLayout" Target="../slideLayouts/slideLayout19.xml"/><Relationship Id="rId15" Type="http://schemas.openxmlformats.org/officeDocument/2006/relationships/theme" Target="../theme/theme3.xml"/><Relationship Id="rId14" Type="http://schemas.openxmlformats.org/officeDocument/2006/relationships/slideLayout" Target="../slideLayouts/slideLayout24.xml"/><Relationship Id="rId5" Type="http://schemas.openxmlformats.org/officeDocument/2006/relationships/slideLayout" Target="../slideLayouts/slideLayout15.xml"/><Relationship Id="rId6" Type="http://schemas.openxmlformats.org/officeDocument/2006/relationships/slideLayout" Target="../slideLayouts/slideLayout16.xml"/><Relationship Id="rId7" Type="http://schemas.openxmlformats.org/officeDocument/2006/relationships/slideLayout" Target="../slideLayouts/slideLayout17.xml"/><Relationship Id="rId8" Type="http://schemas.openxmlformats.org/officeDocument/2006/relationships/slideLayout" Target="../slideLayouts/slideLayout1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9" name="Shape 9"/>
        <p:cNvGrpSpPr/>
        <p:nvPr/>
      </p:nvGrpSpPr>
      <p:grpSpPr>
        <a:xfrm>
          <a:off x="0" y="0"/>
          <a:ext cx="0" cy="0"/>
          <a:chOff x="0" y="0"/>
          <a:chExt cx="0" cy="0"/>
        </a:xfrm>
      </p:grpSpPr>
      <p:sp>
        <p:nvSpPr>
          <p:cNvPr id="10" name="Google Shape;10;p75"/>
          <p:cNvSpPr/>
          <p:nvPr/>
        </p:nvSpPr>
        <p:spPr>
          <a:xfrm>
            <a:off x="0" y="287280"/>
            <a:ext cx="501480" cy="1077840"/>
          </a:xfrm>
          <a:prstGeom prst="rect">
            <a:avLst/>
          </a:prstGeom>
          <a:solidFill>
            <a:srgbClr val="EF2929"/>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 name="Google Shape;11;p75"/>
          <p:cNvSpPr txBox="1"/>
          <p:nvPr>
            <p:ph type="title"/>
          </p:nvPr>
        </p:nvSpPr>
        <p:spPr>
          <a:xfrm>
            <a:off x="502920" y="301320"/>
            <a:ext cx="9070920" cy="1260360"/>
          </a:xfrm>
          <a:prstGeom prst="rect">
            <a:avLst/>
          </a:prstGeom>
          <a:noFill/>
          <a:ln>
            <a:noFill/>
          </a:ln>
        </p:spPr>
        <p:txBody>
          <a:bodyPr anchorCtr="0" anchor="ctr" bIns="0" lIns="0" spcFirstLastPara="1" rIns="0" wrap="square" tIns="0">
            <a:noAutofit/>
          </a:bodyPr>
          <a:lstStyle>
            <a:lvl1pPr lvl="0" marR="0" rtl="0" algn="l">
              <a:lnSpc>
                <a:spcPct val="90000"/>
              </a:lnSpc>
              <a:spcBef>
                <a:spcPts val="0"/>
              </a:spcBef>
              <a:spcAft>
                <a:spcPts val="0"/>
              </a:spcAft>
              <a:buClr>
                <a:srgbClr val="CC0000"/>
              </a:buClr>
              <a:buSzPts val="4400"/>
              <a:buFont typeface="Arial"/>
              <a:buNone/>
              <a:defRPr b="0" i="0" sz="4400" u="none" cap="none" strike="noStrike">
                <a:solidFill>
                  <a:srgbClr val="CC0000"/>
                </a:solidFill>
                <a:latin typeface="Arial"/>
                <a:ea typeface="Arial"/>
                <a:cs typeface="Arial"/>
                <a:sym typeface="Arial"/>
              </a:defRPr>
            </a:lvl1pPr>
            <a:lvl2pPr lvl="1" marR="0" rtl="0" algn="l">
              <a:lnSpc>
                <a:spcPct val="100000"/>
              </a:lnSpc>
              <a:spcBef>
                <a:spcPts val="0"/>
              </a:spcBef>
              <a:spcAft>
                <a:spcPts val="0"/>
              </a:spcAft>
              <a:buClr>
                <a:srgbClr val="CC0000"/>
              </a:buClr>
              <a:buSzPts val="1400"/>
              <a:buFont typeface="Arial"/>
              <a:buNone/>
              <a:defRPr b="0" i="0" sz="1800" u="none" cap="none" strike="noStrike">
                <a:solidFill>
                  <a:srgbClr val="CC0000"/>
                </a:solidFill>
                <a:latin typeface="Arial"/>
                <a:ea typeface="Arial"/>
                <a:cs typeface="Arial"/>
                <a:sym typeface="Arial"/>
              </a:defRPr>
            </a:lvl2pPr>
            <a:lvl3pPr lvl="2" marR="0" rtl="0" algn="l">
              <a:lnSpc>
                <a:spcPct val="100000"/>
              </a:lnSpc>
              <a:spcBef>
                <a:spcPts val="0"/>
              </a:spcBef>
              <a:spcAft>
                <a:spcPts val="0"/>
              </a:spcAft>
              <a:buClr>
                <a:srgbClr val="CC0000"/>
              </a:buClr>
              <a:buSzPts val="1400"/>
              <a:buFont typeface="Arial"/>
              <a:buNone/>
              <a:defRPr b="0" i="0" sz="1800" u="none" cap="none" strike="noStrike">
                <a:solidFill>
                  <a:srgbClr val="CC0000"/>
                </a:solidFill>
                <a:latin typeface="Arial"/>
                <a:ea typeface="Arial"/>
                <a:cs typeface="Arial"/>
                <a:sym typeface="Arial"/>
              </a:defRPr>
            </a:lvl3pPr>
            <a:lvl4pPr lvl="3" marR="0" rtl="0" algn="l">
              <a:lnSpc>
                <a:spcPct val="100000"/>
              </a:lnSpc>
              <a:spcBef>
                <a:spcPts val="0"/>
              </a:spcBef>
              <a:spcAft>
                <a:spcPts val="0"/>
              </a:spcAft>
              <a:buClr>
                <a:srgbClr val="CC0000"/>
              </a:buClr>
              <a:buSzPts val="1400"/>
              <a:buFont typeface="Arial"/>
              <a:buNone/>
              <a:defRPr b="0" i="0" sz="1800" u="none" cap="none" strike="noStrike">
                <a:solidFill>
                  <a:srgbClr val="CC0000"/>
                </a:solidFill>
                <a:latin typeface="Arial"/>
                <a:ea typeface="Arial"/>
                <a:cs typeface="Arial"/>
                <a:sym typeface="Arial"/>
              </a:defRPr>
            </a:lvl4pPr>
            <a:lvl5pPr lvl="4" marR="0" rtl="0" algn="l">
              <a:lnSpc>
                <a:spcPct val="100000"/>
              </a:lnSpc>
              <a:spcBef>
                <a:spcPts val="0"/>
              </a:spcBef>
              <a:spcAft>
                <a:spcPts val="0"/>
              </a:spcAft>
              <a:buClr>
                <a:srgbClr val="CC0000"/>
              </a:buClr>
              <a:buSzPts val="1400"/>
              <a:buFont typeface="Arial"/>
              <a:buNone/>
              <a:defRPr b="0" i="0" sz="1800" u="none" cap="none" strike="noStrike">
                <a:solidFill>
                  <a:srgbClr val="CC0000"/>
                </a:solidFill>
                <a:latin typeface="Arial"/>
                <a:ea typeface="Arial"/>
                <a:cs typeface="Arial"/>
                <a:sym typeface="Arial"/>
              </a:defRPr>
            </a:lvl5pPr>
            <a:lvl6pPr lvl="5" marR="0" rtl="0" algn="l">
              <a:lnSpc>
                <a:spcPct val="100000"/>
              </a:lnSpc>
              <a:spcBef>
                <a:spcPts val="0"/>
              </a:spcBef>
              <a:spcAft>
                <a:spcPts val="0"/>
              </a:spcAft>
              <a:buClr>
                <a:srgbClr val="CC0000"/>
              </a:buClr>
              <a:buSzPts val="1400"/>
              <a:buFont typeface="Arial"/>
              <a:buNone/>
              <a:defRPr b="0" i="0" sz="1800" u="none" cap="none" strike="noStrike">
                <a:solidFill>
                  <a:srgbClr val="CC0000"/>
                </a:solidFill>
                <a:latin typeface="Arial"/>
                <a:ea typeface="Arial"/>
                <a:cs typeface="Arial"/>
                <a:sym typeface="Arial"/>
              </a:defRPr>
            </a:lvl6pPr>
            <a:lvl7pPr lvl="6" marR="0" rtl="0" algn="l">
              <a:lnSpc>
                <a:spcPct val="100000"/>
              </a:lnSpc>
              <a:spcBef>
                <a:spcPts val="0"/>
              </a:spcBef>
              <a:spcAft>
                <a:spcPts val="0"/>
              </a:spcAft>
              <a:buClr>
                <a:srgbClr val="CC0000"/>
              </a:buClr>
              <a:buSzPts val="1400"/>
              <a:buFont typeface="Arial"/>
              <a:buNone/>
              <a:defRPr b="0" i="0" sz="1800" u="none" cap="none" strike="noStrike">
                <a:solidFill>
                  <a:srgbClr val="CC0000"/>
                </a:solidFill>
                <a:latin typeface="Arial"/>
                <a:ea typeface="Arial"/>
                <a:cs typeface="Arial"/>
                <a:sym typeface="Arial"/>
              </a:defRPr>
            </a:lvl7pPr>
            <a:lvl8pPr lvl="7" marR="0" rtl="0" algn="l">
              <a:lnSpc>
                <a:spcPct val="100000"/>
              </a:lnSpc>
              <a:spcBef>
                <a:spcPts val="0"/>
              </a:spcBef>
              <a:spcAft>
                <a:spcPts val="0"/>
              </a:spcAft>
              <a:buClr>
                <a:srgbClr val="CC0000"/>
              </a:buClr>
              <a:buSzPts val="1400"/>
              <a:buFont typeface="Arial"/>
              <a:buNone/>
              <a:defRPr b="0" i="0" sz="1800" u="none" cap="none" strike="noStrike">
                <a:solidFill>
                  <a:srgbClr val="CC0000"/>
                </a:solidFill>
                <a:latin typeface="Arial"/>
                <a:ea typeface="Arial"/>
                <a:cs typeface="Arial"/>
                <a:sym typeface="Arial"/>
              </a:defRPr>
            </a:lvl8pPr>
            <a:lvl9pPr lvl="8" marR="0" rtl="0" algn="l">
              <a:lnSpc>
                <a:spcPct val="100000"/>
              </a:lnSpc>
              <a:spcBef>
                <a:spcPts val="0"/>
              </a:spcBef>
              <a:spcAft>
                <a:spcPts val="0"/>
              </a:spcAft>
              <a:buClr>
                <a:srgbClr val="CC0000"/>
              </a:buClr>
              <a:buSzPts val="1400"/>
              <a:buFont typeface="Arial"/>
              <a:buNone/>
              <a:defRPr b="0" i="0" sz="1800" u="none" cap="none" strike="noStrike">
                <a:solidFill>
                  <a:srgbClr val="CC0000"/>
                </a:solidFill>
                <a:latin typeface="Arial"/>
                <a:ea typeface="Arial"/>
                <a:cs typeface="Arial"/>
                <a:sym typeface="Arial"/>
              </a:defRPr>
            </a:lvl9pPr>
          </a:lstStyle>
          <a:p/>
        </p:txBody>
      </p:sp>
      <p:sp>
        <p:nvSpPr>
          <p:cNvPr id="12" name="Google Shape;12;p75"/>
          <p:cNvSpPr txBox="1"/>
          <p:nvPr>
            <p:ph idx="1" type="body"/>
          </p:nvPr>
        </p:nvSpPr>
        <p:spPr>
          <a:xfrm>
            <a:off x="502920" y="1768320"/>
            <a:ext cx="9070920" cy="4383360"/>
          </a:xfrm>
          <a:prstGeom prst="rect">
            <a:avLst/>
          </a:prstGeom>
          <a:noFill/>
          <a:ln>
            <a:noFill/>
          </a:ln>
        </p:spPr>
        <p:txBody>
          <a:bodyPr anchorCtr="0" anchor="t" bIns="0" lIns="0" spcFirstLastPara="1" rIns="0" wrap="square" tIns="89275">
            <a:norm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Arial"/>
                <a:ea typeface="Arial"/>
                <a:cs typeface="Arial"/>
                <a:sym typeface="Arial"/>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Arial"/>
                <a:ea typeface="Arial"/>
                <a:cs typeface="Arial"/>
                <a:sym typeface="Arial"/>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61" name="Shape 61"/>
        <p:cNvGrpSpPr/>
        <p:nvPr/>
      </p:nvGrpSpPr>
      <p:grpSpPr>
        <a:xfrm>
          <a:off x="0" y="0"/>
          <a:ext cx="0" cy="0"/>
          <a:chOff x="0" y="0"/>
          <a:chExt cx="0" cy="0"/>
        </a:xfrm>
      </p:grpSpPr>
      <p:sp>
        <p:nvSpPr>
          <p:cNvPr id="62" name="Google Shape;62;p77"/>
          <p:cNvSpPr/>
          <p:nvPr/>
        </p:nvSpPr>
        <p:spPr>
          <a:xfrm>
            <a:off x="94875" y="1560250"/>
            <a:ext cx="9867900" cy="5713200"/>
          </a:xfrm>
          <a:prstGeom prst="rect">
            <a:avLst/>
          </a:prstGeom>
          <a:solidFill>
            <a:schemeClr val="lt1"/>
          </a:solidFill>
          <a:ln cap="flat" cmpd="sng" w="9525">
            <a:solidFill>
              <a:srgbClr val="A61C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pic>
        <p:nvPicPr>
          <p:cNvPr id="63" name="Google Shape;63;p77"/>
          <p:cNvPicPr preferRelativeResize="0"/>
          <p:nvPr/>
        </p:nvPicPr>
        <p:blipFill rotWithShape="1">
          <a:blip r:embed="rId1">
            <a:alphaModFix/>
          </a:blip>
          <a:srcRect b="0" l="0" r="0" t="0"/>
          <a:stretch/>
        </p:blipFill>
        <p:spPr>
          <a:xfrm>
            <a:off x="2279160" y="1777680"/>
            <a:ext cx="4704840" cy="3838320"/>
          </a:xfrm>
          <a:prstGeom prst="rect">
            <a:avLst/>
          </a:prstGeom>
          <a:noFill/>
          <a:ln>
            <a:noFill/>
          </a:ln>
        </p:spPr>
      </p:pic>
      <p:sp>
        <p:nvSpPr>
          <p:cNvPr id="64" name="Google Shape;64;p77"/>
          <p:cNvSpPr/>
          <p:nvPr/>
        </p:nvSpPr>
        <p:spPr>
          <a:xfrm>
            <a:off x="0" y="287280"/>
            <a:ext cx="501480" cy="1077840"/>
          </a:xfrm>
          <a:prstGeom prst="rect">
            <a:avLst/>
          </a:prstGeom>
          <a:solidFill>
            <a:srgbClr val="EF2929"/>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5" name="Google Shape;65;p77"/>
          <p:cNvSpPr/>
          <p:nvPr/>
        </p:nvSpPr>
        <p:spPr>
          <a:xfrm>
            <a:off x="-19464" y="1"/>
            <a:ext cx="4810200" cy="244500"/>
          </a:xfrm>
          <a:prstGeom prst="rect">
            <a:avLst/>
          </a:prstGeom>
          <a:noFill/>
          <a:ln>
            <a:noFill/>
          </a:ln>
        </p:spPr>
        <p:txBody>
          <a:bodyPr anchorCtr="0" anchor="t" bIns="45000" lIns="90000" spcFirstLastPara="1" rIns="90000" wrap="square" tIns="45000">
            <a:noAutofit/>
          </a:bodyPr>
          <a:lstStyle/>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FCAIT – MSc (IT) Programme</a:t>
            </a:r>
            <a:endParaRPr b="0" i="0" sz="1400" u="none" cap="none" strike="noStrike">
              <a:solidFill>
                <a:srgbClr val="000000"/>
              </a:solidFill>
              <a:latin typeface="Arial"/>
              <a:ea typeface="Arial"/>
              <a:cs typeface="Arial"/>
              <a:sym typeface="Arial"/>
            </a:endParaRPr>
          </a:p>
        </p:txBody>
      </p:sp>
      <p:sp>
        <p:nvSpPr>
          <p:cNvPr id="66" name="Google Shape;66;p77"/>
          <p:cNvSpPr/>
          <p:nvPr/>
        </p:nvSpPr>
        <p:spPr>
          <a:xfrm>
            <a:off x="5413829" y="7273440"/>
            <a:ext cx="4388059" cy="165600"/>
          </a:xfrm>
          <a:prstGeom prst="rect">
            <a:avLst/>
          </a:prstGeom>
          <a:noFill/>
          <a:ln>
            <a:noFill/>
          </a:ln>
        </p:spPr>
        <p:txBody>
          <a:bodyPr anchorCtr="0" anchor="t" bIns="0" lIns="0" spcFirstLastPara="1" rIns="0" wrap="square" tIns="0">
            <a:noAutofit/>
          </a:bodyPr>
          <a:lstStyle/>
          <a:p>
            <a:pPr indent="0" lvl="0" marL="0" marR="0" rtl="0" algn="r">
              <a:lnSpc>
                <a:spcPct val="100000"/>
              </a:lnSpc>
              <a:spcBef>
                <a:spcPts val="0"/>
              </a:spcBef>
              <a:spcAft>
                <a:spcPts val="0"/>
              </a:spcAft>
              <a:buClr>
                <a:srgbClr val="000000"/>
              </a:buClr>
              <a:buSzPts val="1400"/>
              <a:buFont typeface="Arial"/>
              <a:buNone/>
            </a:pPr>
            <a:r>
              <a:rPr b="0" i="0" lang="en-US" sz="1400" u="none" cap="none" strike="noStrike">
                <a:solidFill>
                  <a:schemeClr val="dk1"/>
                </a:solidFill>
                <a:latin typeface="Arial"/>
                <a:ea typeface="Arial"/>
                <a:cs typeface="Arial"/>
                <a:sym typeface="Arial"/>
              </a:rPr>
              <a:t>Subject : Object Oriented Analysis and Design </a:t>
            </a:r>
            <a:endParaRPr b="0" i="0" sz="1400" u="none" cap="none" strike="noStrike">
              <a:solidFill>
                <a:srgbClr val="000000"/>
              </a:solidFill>
              <a:latin typeface="Arial"/>
              <a:ea typeface="Arial"/>
              <a:cs typeface="Arial"/>
              <a:sym typeface="Arial"/>
            </a:endParaRPr>
          </a:p>
        </p:txBody>
      </p:sp>
      <p:sp>
        <p:nvSpPr>
          <p:cNvPr id="67" name="Google Shape;67;p77"/>
          <p:cNvSpPr txBox="1"/>
          <p:nvPr>
            <p:ph type="title"/>
          </p:nvPr>
        </p:nvSpPr>
        <p:spPr>
          <a:xfrm>
            <a:off x="719280" y="301320"/>
            <a:ext cx="8851680" cy="1258920"/>
          </a:xfrm>
          <a:prstGeom prst="rect">
            <a:avLst/>
          </a:prstGeom>
          <a:noFill/>
          <a:ln>
            <a:noFill/>
          </a:ln>
        </p:spPr>
        <p:txBody>
          <a:bodyPr anchorCtr="0" anchor="ctr" bIns="0" lIns="0" spcFirstLastPara="1" rIns="0" wrap="square" tIns="0">
            <a:noAutofit/>
          </a:bodyPr>
          <a:lstStyle>
            <a:lvl1pPr lvl="0" marR="0" rtl="0" algn="l">
              <a:lnSpc>
                <a:spcPct val="90000"/>
              </a:lnSpc>
              <a:spcBef>
                <a:spcPts val="0"/>
              </a:spcBef>
              <a:spcAft>
                <a:spcPts val="0"/>
              </a:spcAft>
              <a:buClr>
                <a:srgbClr val="CC0000"/>
              </a:buClr>
              <a:buSzPts val="4400"/>
              <a:buFont typeface="Arial"/>
              <a:buNone/>
              <a:defRPr b="0" i="0" sz="4400" u="none" cap="none" strike="noStrike">
                <a:solidFill>
                  <a:srgbClr val="CC0000"/>
                </a:solidFill>
                <a:latin typeface="Arial"/>
                <a:ea typeface="Arial"/>
                <a:cs typeface="Arial"/>
                <a:sym typeface="Arial"/>
              </a:defRPr>
            </a:lvl1pPr>
            <a:lvl2pPr lvl="1" marR="0" rtl="0" algn="l">
              <a:lnSpc>
                <a:spcPct val="100000"/>
              </a:lnSpc>
              <a:spcBef>
                <a:spcPts val="0"/>
              </a:spcBef>
              <a:spcAft>
                <a:spcPts val="0"/>
              </a:spcAft>
              <a:buClr>
                <a:srgbClr val="CC0000"/>
              </a:buClr>
              <a:buSzPts val="1400"/>
              <a:buFont typeface="Arial"/>
              <a:buNone/>
              <a:defRPr b="0" i="0" sz="1800" u="none" cap="none" strike="noStrike">
                <a:solidFill>
                  <a:srgbClr val="CC0000"/>
                </a:solidFill>
                <a:latin typeface="Arial"/>
                <a:ea typeface="Arial"/>
                <a:cs typeface="Arial"/>
                <a:sym typeface="Arial"/>
              </a:defRPr>
            </a:lvl2pPr>
            <a:lvl3pPr lvl="2" marR="0" rtl="0" algn="l">
              <a:lnSpc>
                <a:spcPct val="100000"/>
              </a:lnSpc>
              <a:spcBef>
                <a:spcPts val="0"/>
              </a:spcBef>
              <a:spcAft>
                <a:spcPts val="0"/>
              </a:spcAft>
              <a:buClr>
                <a:srgbClr val="CC0000"/>
              </a:buClr>
              <a:buSzPts val="1400"/>
              <a:buFont typeface="Arial"/>
              <a:buNone/>
              <a:defRPr b="0" i="0" sz="1800" u="none" cap="none" strike="noStrike">
                <a:solidFill>
                  <a:srgbClr val="CC0000"/>
                </a:solidFill>
                <a:latin typeface="Arial"/>
                <a:ea typeface="Arial"/>
                <a:cs typeface="Arial"/>
                <a:sym typeface="Arial"/>
              </a:defRPr>
            </a:lvl3pPr>
            <a:lvl4pPr lvl="3" marR="0" rtl="0" algn="l">
              <a:lnSpc>
                <a:spcPct val="100000"/>
              </a:lnSpc>
              <a:spcBef>
                <a:spcPts val="0"/>
              </a:spcBef>
              <a:spcAft>
                <a:spcPts val="0"/>
              </a:spcAft>
              <a:buClr>
                <a:srgbClr val="CC0000"/>
              </a:buClr>
              <a:buSzPts val="1400"/>
              <a:buFont typeface="Arial"/>
              <a:buNone/>
              <a:defRPr b="0" i="0" sz="1800" u="none" cap="none" strike="noStrike">
                <a:solidFill>
                  <a:srgbClr val="CC0000"/>
                </a:solidFill>
                <a:latin typeface="Arial"/>
                <a:ea typeface="Arial"/>
                <a:cs typeface="Arial"/>
                <a:sym typeface="Arial"/>
              </a:defRPr>
            </a:lvl4pPr>
            <a:lvl5pPr lvl="4" marR="0" rtl="0" algn="l">
              <a:lnSpc>
                <a:spcPct val="100000"/>
              </a:lnSpc>
              <a:spcBef>
                <a:spcPts val="0"/>
              </a:spcBef>
              <a:spcAft>
                <a:spcPts val="0"/>
              </a:spcAft>
              <a:buClr>
                <a:srgbClr val="CC0000"/>
              </a:buClr>
              <a:buSzPts val="1400"/>
              <a:buFont typeface="Arial"/>
              <a:buNone/>
              <a:defRPr b="0" i="0" sz="1800" u="none" cap="none" strike="noStrike">
                <a:solidFill>
                  <a:srgbClr val="CC0000"/>
                </a:solidFill>
                <a:latin typeface="Arial"/>
                <a:ea typeface="Arial"/>
                <a:cs typeface="Arial"/>
                <a:sym typeface="Arial"/>
              </a:defRPr>
            </a:lvl5pPr>
            <a:lvl6pPr lvl="5" marR="0" rtl="0" algn="l">
              <a:lnSpc>
                <a:spcPct val="100000"/>
              </a:lnSpc>
              <a:spcBef>
                <a:spcPts val="0"/>
              </a:spcBef>
              <a:spcAft>
                <a:spcPts val="0"/>
              </a:spcAft>
              <a:buClr>
                <a:srgbClr val="CC0000"/>
              </a:buClr>
              <a:buSzPts val="1400"/>
              <a:buFont typeface="Arial"/>
              <a:buNone/>
              <a:defRPr b="0" i="0" sz="1800" u="none" cap="none" strike="noStrike">
                <a:solidFill>
                  <a:srgbClr val="CC0000"/>
                </a:solidFill>
                <a:latin typeface="Arial"/>
                <a:ea typeface="Arial"/>
                <a:cs typeface="Arial"/>
                <a:sym typeface="Arial"/>
              </a:defRPr>
            </a:lvl6pPr>
            <a:lvl7pPr lvl="6" marR="0" rtl="0" algn="l">
              <a:lnSpc>
                <a:spcPct val="100000"/>
              </a:lnSpc>
              <a:spcBef>
                <a:spcPts val="0"/>
              </a:spcBef>
              <a:spcAft>
                <a:spcPts val="0"/>
              </a:spcAft>
              <a:buClr>
                <a:srgbClr val="CC0000"/>
              </a:buClr>
              <a:buSzPts val="1400"/>
              <a:buFont typeface="Arial"/>
              <a:buNone/>
              <a:defRPr b="0" i="0" sz="1800" u="none" cap="none" strike="noStrike">
                <a:solidFill>
                  <a:srgbClr val="CC0000"/>
                </a:solidFill>
                <a:latin typeface="Arial"/>
                <a:ea typeface="Arial"/>
                <a:cs typeface="Arial"/>
                <a:sym typeface="Arial"/>
              </a:defRPr>
            </a:lvl7pPr>
            <a:lvl8pPr lvl="7" marR="0" rtl="0" algn="l">
              <a:lnSpc>
                <a:spcPct val="100000"/>
              </a:lnSpc>
              <a:spcBef>
                <a:spcPts val="0"/>
              </a:spcBef>
              <a:spcAft>
                <a:spcPts val="0"/>
              </a:spcAft>
              <a:buClr>
                <a:srgbClr val="CC0000"/>
              </a:buClr>
              <a:buSzPts val="1400"/>
              <a:buFont typeface="Arial"/>
              <a:buNone/>
              <a:defRPr b="0" i="0" sz="1800" u="none" cap="none" strike="noStrike">
                <a:solidFill>
                  <a:srgbClr val="CC0000"/>
                </a:solidFill>
                <a:latin typeface="Arial"/>
                <a:ea typeface="Arial"/>
                <a:cs typeface="Arial"/>
                <a:sym typeface="Arial"/>
              </a:defRPr>
            </a:lvl8pPr>
            <a:lvl9pPr lvl="8" marR="0" rtl="0" algn="l">
              <a:lnSpc>
                <a:spcPct val="100000"/>
              </a:lnSpc>
              <a:spcBef>
                <a:spcPts val="0"/>
              </a:spcBef>
              <a:spcAft>
                <a:spcPts val="0"/>
              </a:spcAft>
              <a:buClr>
                <a:srgbClr val="CC0000"/>
              </a:buClr>
              <a:buSzPts val="1400"/>
              <a:buFont typeface="Arial"/>
              <a:buNone/>
              <a:defRPr b="0" i="0" sz="1800" u="none" cap="none" strike="noStrike">
                <a:solidFill>
                  <a:srgbClr val="CC0000"/>
                </a:solidFill>
                <a:latin typeface="Arial"/>
                <a:ea typeface="Arial"/>
                <a:cs typeface="Arial"/>
                <a:sym typeface="Arial"/>
              </a:defRPr>
            </a:lvl9pPr>
          </a:lstStyle>
          <a:p/>
        </p:txBody>
      </p:sp>
      <p:sp>
        <p:nvSpPr>
          <p:cNvPr id="68" name="Google Shape;68;p77"/>
          <p:cNvSpPr txBox="1"/>
          <p:nvPr>
            <p:ph idx="1" type="body"/>
          </p:nvPr>
        </p:nvSpPr>
        <p:spPr>
          <a:xfrm>
            <a:off x="216000" y="1560240"/>
            <a:ext cx="9576000" cy="5495760"/>
          </a:xfrm>
          <a:prstGeom prst="rect">
            <a:avLst/>
          </a:prstGeom>
          <a:noFill/>
          <a:ln>
            <a:noFill/>
          </a:ln>
        </p:spPr>
        <p:txBody>
          <a:bodyPr anchorCtr="0" anchor="t" bIns="0" lIns="0" spcFirstLastPara="1" rIns="0" wrap="square" tIns="0">
            <a:norm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Arial"/>
                <a:ea typeface="Arial"/>
                <a:cs typeface="Arial"/>
                <a:sym typeface="Arial"/>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Arial"/>
                <a:ea typeface="Arial"/>
                <a:cs typeface="Arial"/>
                <a:sym typeface="Arial"/>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9pPr>
          </a:lstStyle>
          <a:p/>
        </p:txBody>
      </p:sp>
      <p:pic>
        <p:nvPicPr>
          <p:cNvPr id="69" name="Google Shape;69;p77"/>
          <p:cNvPicPr preferRelativeResize="0"/>
          <p:nvPr/>
        </p:nvPicPr>
        <p:blipFill rotWithShape="1">
          <a:blip r:embed="rId2">
            <a:alphaModFix/>
          </a:blip>
          <a:srcRect b="0" l="0" r="0" t="0"/>
          <a:stretch/>
        </p:blipFill>
        <p:spPr>
          <a:xfrm>
            <a:off x="7644275" y="0"/>
            <a:ext cx="2318476" cy="773950"/>
          </a:xfrm>
          <a:prstGeom prst="rect">
            <a:avLst/>
          </a:prstGeom>
          <a:noFill/>
          <a:ln>
            <a:noFill/>
          </a:ln>
        </p:spPr>
      </p:pic>
    </p:spTree>
  </p:cSld>
  <p:clrMap accent1="accent1" accent2="accent2" accent3="accent3" accent4="accent4" accent5="accent5" accent6="accent6" bg1="lt1" bg2="dk2" tx1="dk1" tx2="lt2" folHlink="folHlink" hlink="hlink"/>
  <p:sldLayoutIdLst>
    <p:sldLayoutId id="2147483662" r:id="rId3"/>
    <p:sldLayoutId id="2147483663" r:id="rId4"/>
    <p:sldLayoutId id="2147483664" r:id="rId5"/>
    <p:sldLayoutId id="2147483665" r:id="rId6"/>
    <p:sldLayoutId id="2147483666" r:id="rId7"/>
    <p:sldLayoutId id="2147483667" r:id="rId8"/>
    <p:sldLayoutId id="2147483668" r:id="rId9"/>
    <p:sldLayoutId id="2147483669" r:id="rId10"/>
    <p:sldLayoutId id="2147483670" r:id="rId11"/>
    <p:sldLayoutId id="2147483671" r:id="rId12"/>
    <p:sldLayoutId id="2147483672" r:id="rId13"/>
    <p:sldLayoutId id="2147483673" r:id="rId14"/>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5.xml"/><Relationship Id="rId3" Type="http://schemas.openxmlformats.org/officeDocument/2006/relationships/image" Target="../media/image30.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6.xml"/><Relationship Id="rId3" Type="http://schemas.openxmlformats.org/officeDocument/2006/relationships/image" Target="../media/image31.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5.xml"/><Relationship Id="rId3" Type="http://schemas.openxmlformats.org/officeDocument/2006/relationships/image" Target="../media/image24.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8.xml"/><Relationship Id="rId3" Type="http://schemas.openxmlformats.org/officeDocument/2006/relationships/image" Target="../media/image6.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9.xml"/><Relationship Id="rId3" Type="http://schemas.openxmlformats.org/officeDocument/2006/relationships/image" Target="../media/image4.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0.xml"/><Relationship Id="rId3" Type="http://schemas.openxmlformats.org/officeDocument/2006/relationships/image" Target="../media/image5.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1.xml"/><Relationship Id="rId3" Type="http://schemas.openxmlformats.org/officeDocument/2006/relationships/image" Target="../media/image10.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2.xml"/><Relationship Id="rId3" Type="http://schemas.openxmlformats.org/officeDocument/2006/relationships/image" Target="../media/image28.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3.xml"/><Relationship Id="rId3" Type="http://schemas.openxmlformats.org/officeDocument/2006/relationships/image" Target="../media/image3.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5.xml"/><Relationship Id="rId3" Type="http://schemas.openxmlformats.org/officeDocument/2006/relationships/image" Target="../media/image11.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6.xml"/><Relationship Id="rId3" Type="http://schemas.openxmlformats.org/officeDocument/2006/relationships/image" Target="../media/image11.png"/><Relationship Id="rId4" Type="http://schemas.openxmlformats.org/officeDocument/2006/relationships/image" Target="../media/image9.png"/><Relationship Id="rId5" Type="http://schemas.openxmlformats.org/officeDocument/2006/relationships/image" Target="../media/image7.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7.xml"/><Relationship Id="rId3" Type="http://schemas.openxmlformats.org/officeDocument/2006/relationships/image" Target="../media/image11.png"/><Relationship Id="rId4" Type="http://schemas.openxmlformats.org/officeDocument/2006/relationships/image" Target="../media/image9.png"/><Relationship Id="rId5" Type="http://schemas.openxmlformats.org/officeDocument/2006/relationships/image" Target="../media/image7.png"/><Relationship Id="rId6" Type="http://schemas.openxmlformats.org/officeDocument/2006/relationships/image" Target="../media/image8.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8.xml"/><Relationship Id="rId3" Type="http://schemas.openxmlformats.org/officeDocument/2006/relationships/image" Target="../media/image11.png"/><Relationship Id="rId4" Type="http://schemas.openxmlformats.org/officeDocument/2006/relationships/image" Target="../media/image9.png"/><Relationship Id="rId5" Type="http://schemas.openxmlformats.org/officeDocument/2006/relationships/image" Target="../media/image7.png"/><Relationship Id="rId6" Type="http://schemas.openxmlformats.org/officeDocument/2006/relationships/image" Target="../media/image8.png"/><Relationship Id="rId7" Type="http://schemas.openxmlformats.org/officeDocument/2006/relationships/image" Target="../media/image13.png"/><Relationship Id="rId8" Type="http://schemas.openxmlformats.org/officeDocument/2006/relationships/image" Target="../media/image12.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9.xml"/><Relationship Id="rId3" Type="http://schemas.openxmlformats.org/officeDocument/2006/relationships/image" Target="../media/image11.png"/><Relationship Id="rId4" Type="http://schemas.openxmlformats.org/officeDocument/2006/relationships/image" Target="../media/image9.png"/><Relationship Id="rId9" Type="http://schemas.openxmlformats.org/officeDocument/2006/relationships/image" Target="../media/image14.png"/><Relationship Id="rId5" Type="http://schemas.openxmlformats.org/officeDocument/2006/relationships/image" Target="../media/image7.png"/><Relationship Id="rId6" Type="http://schemas.openxmlformats.org/officeDocument/2006/relationships/image" Target="../media/image8.png"/><Relationship Id="rId7" Type="http://schemas.openxmlformats.org/officeDocument/2006/relationships/image" Target="../media/image13.png"/><Relationship Id="rId8" Type="http://schemas.openxmlformats.org/officeDocument/2006/relationships/image" Target="../media/image12.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30.xml"/><Relationship Id="rId3" Type="http://schemas.openxmlformats.org/officeDocument/2006/relationships/image" Target="../media/image27.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31.xml"/><Relationship Id="rId3" Type="http://schemas.openxmlformats.org/officeDocument/2006/relationships/image" Target="../media/image18.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32.xml"/><Relationship Id="rId3" Type="http://schemas.openxmlformats.org/officeDocument/2006/relationships/image" Target="../media/image23.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38.xml"/><Relationship Id="rId3" Type="http://schemas.openxmlformats.org/officeDocument/2006/relationships/image" Target="../media/image29.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39.xml"/><Relationship Id="rId3" Type="http://schemas.openxmlformats.org/officeDocument/2006/relationships/image" Target="../media/image26.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41.xml"/><Relationship Id="rId3" Type="http://schemas.openxmlformats.org/officeDocument/2006/relationships/image" Target="../media/image22.jp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42.xml"/><Relationship Id="rId3" Type="http://schemas.openxmlformats.org/officeDocument/2006/relationships/image" Target="../media/image19.pn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47.xml"/><Relationship Id="rId3" Type="http://schemas.openxmlformats.org/officeDocument/2006/relationships/image" Target="../media/image15.png"/><Relationship Id="rId4" Type="http://schemas.openxmlformats.org/officeDocument/2006/relationships/image" Target="../media/image20.png"/></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48.xml"/><Relationship Id="rId3" Type="http://schemas.openxmlformats.org/officeDocument/2006/relationships/image" Target="../media/image16.png"/></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51.xml"/><Relationship Id="rId3" Type="http://schemas.openxmlformats.org/officeDocument/2006/relationships/image" Target="../media/image17.png"/></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56.xml"/><Relationship Id="rId3" Type="http://schemas.openxmlformats.org/officeDocument/2006/relationships/image" Target="../media/image25.png"/></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59.xml"/><Relationship Id="rId3" Type="http://schemas.openxmlformats.org/officeDocument/2006/relationships/image" Target="../media/image21.png"/></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6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63.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64.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65.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66.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6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68.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69.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70.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21" name="Shape 121"/>
        <p:cNvGrpSpPr/>
        <p:nvPr/>
      </p:nvGrpSpPr>
      <p:grpSpPr>
        <a:xfrm>
          <a:off x="0" y="0"/>
          <a:ext cx="0" cy="0"/>
          <a:chOff x="0" y="0"/>
          <a:chExt cx="0" cy="0"/>
        </a:xfrm>
      </p:grpSpPr>
      <p:sp>
        <p:nvSpPr>
          <p:cNvPr id="122" name="Google Shape;122;p1"/>
          <p:cNvSpPr/>
          <p:nvPr/>
        </p:nvSpPr>
        <p:spPr>
          <a:xfrm>
            <a:off x="385920" y="301680"/>
            <a:ext cx="9186840" cy="585144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4900"/>
              <a:buFont typeface="Arial"/>
              <a:buNone/>
            </a:pPr>
            <a:r>
              <a:rPr b="0" i="0" lang="en-US" sz="4900" u="none" cap="none" strike="noStrike">
                <a:solidFill>
                  <a:srgbClr val="CC0000"/>
                </a:solidFill>
                <a:latin typeface="Arial"/>
                <a:ea typeface="Arial"/>
                <a:cs typeface="Arial"/>
                <a:sym typeface="Arial"/>
              </a:rPr>
              <a:t>OBJECT ORIENTED </a:t>
            </a:r>
            <a:endParaRPr b="0" i="0" sz="1400" u="none" cap="none" strike="noStrike">
              <a:solidFill>
                <a:srgbClr val="CC0000"/>
              </a:solidFill>
              <a:latin typeface="Arial"/>
              <a:ea typeface="Arial"/>
              <a:cs typeface="Arial"/>
              <a:sym typeface="Arial"/>
            </a:endParaRPr>
          </a:p>
          <a:p>
            <a:pPr indent="0" lvl="0" marL="0" marR="0" rtl="0" algn="ctr">
              <a:lnSpc>
                <a:spcPct val="100000"/>
              </a:lnSpc>
              <a:spcBef>
                <a:spcPts val="2273"/>
              </a:spcBef>
              <a:spcAft>
                <a:spcPts val="0"/>
              </a:spcAft>
              <a:buClr>
                <a:srgbClr val="000000"/>
              </a:buClr>
              <a:buSzPts val="4900"/>
              <a:buFont typeface="Arial"/>
              <a:buNone/>
            </a:pPr>
            <a:r>
              <a:rPr b="0" i="0" lang="en-US" sz="4900" u="none" cap="none" strike="noStrike">
                <a:solidFill>
                  <a:srgbClr val="CC0000"/>
                </a:solidFill>
                <a:latin typeface="Arial"/>
                <a:ea typeface="Arial"/>
                <a:cs typeface="Arial"/>
                <a:sym typeface="Arial"/>
              </a:rPr>
              <a:t>ANALYSIS AND DESIGN</a:t>
            </a:r>
            <a:endParaRPr b="0" i="0" sz="4900" u="none" cap="none" strike="noStrike">
              <a:solidFill>
                <a:srgbClr val="CC0000"/>
              </a:solidFill>
              <a:latin typeface="Arial"/>
              <a:ea typeface="Arial"/>
              <a:cs typeface="Arial"/>
              <a:sym typeface="Arial"/>
            </a:endParaRPr>
          </a:p>
          <a:p>
            <a:pPr indent="0" lvl="0" marL="0" marR="0" rtl="0" algn="ctr">
              <a:lnSpc>
                <a:spcPct val="100000"/>
              </a:lnSpc>
              <a:spcBef>
                <a:spcPts val="2273"/>
              </a:spcBef>
              <a:spcAft>
                <a:spcPts val="0"/>
              </a:spcAft>
              <a:buClr>
                <a:srgbClr val="000000"/>
              </a:buClr>
              <a:buSzPts val="4900"/>
              <a:buFont typeface="Arial"/>
              <a:buNone/>
            </a:pPr>
            <a:r>
              <a:rPr lang="en-US" sz="4900">
                <a:solidFill>
                  <a:srgbClr val="CC0000"/>
                </a:solidFill>
              </a:rPr>
              <a:t>Ch - 1</a:t>
            </a:r>
            <a:endParaRPr sz="4900">
              <a:solidFill>
                <a:srgbClr val="CC0000"/>
              </a:solidFill>
            </a:endParaRPr>
          </a:p>
        </p:txBody>
      </p:sp>
      <p:sp>
        <p:nvSpPr>
          <p:cNvPr id="123" name="Google Shape;123;p1"/>
          <p:cNvSpPr/>
          <p:nvPr/>
        </p:nvSpPr>
        <p:spPr>
          <a:xfrm>
            <a:off x="507865" y="6153120"/>
            <a:ext cx="9186840" cy="658800"/>
          </a:xfrm>
          <a:prstGeom prst="rect">
            <a:avLst/>
          </a:prstGeom>
          <a:noFill/>
          <a:ln>
            <a:noFill/>
          </a:ln>
        </p:spPr>
        <p:txBody>
          <a:bodyPr anchorCtr="0" anchor="t" bIns="45000" lIns="90000" spcFirstLastPara="1" rIns="90000" wrap="square" tIns="45000">
            <a:noAutofit/>
          </a:bodyPr>
          <a:lstStyle/>
          <a:p>
            <a:pPr indent="0" lvl="0" marL="0" marR="0" rtl="0" algn="l">
              <a:lnSpc>
                <a:spcPct val="100000"/>
              </a:lnSpc>
              <a:spcBef>
                <a:spcPts val="0"/>
              </a:spcBef>
              <a:spcAft>
                <a:spcPts val="0"/>
              </a:spcAft>
              <a:buClr>
                <a:srgbClr val="000000"/>
              </a:buClr>
              <a:buSzPts val="3000"/>
              <a:buFont typeface="Arial"/>
              <a:buNone/>
            </a:pPr>
            <a:r>
              <a:rPr b="0" i="0" lang="en-US" sz="3000" u="none" cap="none" strike="noStrike">
                <a:solidFill>
                  <a:srgbClr val="000000"/>
                </a:solidFill>
                <a:latin typeface="Arial"/>
                <a:ea typeface="Arial"/>
                <a:cs typeface="Arial"/>
                <a:sym typeface="Arial"/>
              </a:rPr>
              <a:t>A study material for the students of GLS University</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7" name="Shape 127"/>
        <p:cNvGrpSpPr/>
        <p:nvPr/>
      </p:nvGrpSpPr>
      <p:grpSpPr>
        <a:xfrm>
          <a:off x="0" y="0"/>
          <a:ext cx="0" cy="0"/>
          <a:chOff x="0" y="0"/>
          <a:chExt cx="0" cy="0"/>
        </a:xfrm>
      </p:grpSpPr>
      <p:sp>
        <p:nvSpPr>
          <p:cNvPr id="128" name="Google Shape;128;p12"/>
          <p:cNvSpPr txBox="1"/>
          <p:nvPr>
            <p:ph type="title"/>
          </p:nvPr>
        </p:nvSpPr>
        <p:spPr>
          <a:xfrm>
            <a:off x="504031" y="390226"/>
            <a:ext cx="8482200" cy="1258800"/>
          </a:xfrm>
          <a:prstGeom prst="rect">
            <a:avLst/>
          </a:prstGeom>
          <a:noFill/>
          <a:ln>
            <a:noFill/>
          </a:ln>
        </p:spPr>
        <p:txBody>
          <a:bodyPr anchorCtr="0" anchor="ctr" bIns="0" lIns="0" spcFirstLastPara="1" rIns="0" wrap="square" tIns="0">
            <a:noAutofit/>
          </a:bodyPr>
          <a:lstStyle/>
          <a:p>
            <a:pPr indent="0" lvl="0" marL="0" rtl="0" algn="ctr">
              <a:lnSpc>
                <a:spcPct val="90000"/>
              </a:lnSpc>
              <a:spcBef>
                <a:spcPts val="0"/>
              </a:spcBef>
              <a:spcAft>
                <a:spcPts val="0"/>
              </a:spcAft>
              <a:buClr>
                <a:schemeClr val="dk1"/>
              </a:buClr>
              <a:buSzPts val="4400"/>
              <a:buFont typeface="Arial"/>
              <a:buNone/>
            </a:pPr>
            <a:r>
              <a:rPr lang="en-US"/>
              <a:t>Introduction to OOAD</a:t>
            </a:r>
            <a:endParaRPr/>
          </a:p>
        </p:txBody>
      </p:sp>
      <p:sp>
        <p:nvSpPr>
          <p:cNvPr id="129" name="Google Shape;129;p12"/>
          <p:cNvSpPr txBox="1"/>
          <p:nvPr>
            <p:ph idx="4294967295" type="body"/>
          </p:nvPr>
        </p:nvSpPr>
        <p:spPr>
          <a:xfrm>
            <a:off x="504031" y="1763924"/>
            <a:ext cx="9072600" cy="5375700"/>
          </a:xfrm>
          <a:prstGeom prst="rect">
            <a:avLst/>
          </a:prstGeom>
          <a:noFill/>
          <a:ln>
            <a:noFill/>
          </a:ln>
        </p:spPr>
        <p:txBody>
          <a:bodyPr anchorCtr="0" anchor="t" bIns="50375" lIns="100775" spcFirstLastPara="1" rIns="100775" wrap="square" tIns="50375">
            <a:normAutofit/>
          </a:bodyPr>
          <a:lstStyle/>
          <a:p>
            <a:pPr indent="-228600" lvl="0" marL="228600" rtl="0" algn="l">
              <a:lnSpc>
                <a:spcPct val="90000"/>
              </a:lnSpc>
              <a:spcBef>
                <a:spcPts val="0"/>
              </a:spcBef>
              <a:spcAft>
                <a:spcPts val="0"/>
              </a:spcAft>
              <a:buClr>
                <a:schemeClr val="dk1"/>
              </a:buClr>
              <a:buSzPts val="2800"/>
              <a:buChar char="•"/>
            </a:pPr>
            <a:r>
              <a:rPr lang="en-US"/>
              <a:t>OOAD is based on the concepts of object-oriented programming (OOP) and is an organized and systematic approach to designing and developing software systems. </a:t>
            </a:r>
            <a:endParaRPr/>
          </a:p>
          <a:p>
            <a:pPr indent="0" lvl="0" marL="0" rtl="0" algn="l">
              <a:lnSpc>
                <a:spcPct val="90000"/>
              </a:lnSpc>
              <a:spcBef>
                <a:spcPts val="1000"/>
              </a:spcBef>
              <a:spcAft>
                <a:spcPts val="0"/>
              </a:spcAft>
              <a:buClr>
                <a:schemeClr val="dk1"/>
              </a:buClr>
              <a:buSzPts val="2800"/>
              <a:buNone/>
            </a:pPr>
            <a:r>
              <a:t/>
            </a:r>
            <a:endParaRPr/>
          </a:p>
          <a:p>
            <a:pPr indent="-228600" lvl="0" marL="228600" rtl="0" algn="l">
              <a:lnSpc>
                <a:spcPct val="90000"/>
              </a:lnSpc>
              <a:spcBef>
                <a:spcPts val="1000"/>
              </a:spcBef>
              <a:spcAft>
                <a:spcPts val="0"/>
              </a:spcAft>
              <a:buClr>
                <a:schemeClr val="dk1"/>
              </a:buClr>
              <a:buSzPts val="2800"/>
              <a:buChar char="•"/>
            </a:pPr>
            <a:r>
              <a:rPr lang="en-US"/>
              <a:t>Focuses on real-world modeling using classes and objects.</a:t>
            </a:r>
            <a:endParaRPr/>
          </a:p>
          <a:p>
            <a:pPr indent="-50800" lvl="0" marL="228600" rtl="0" algn="l">
              <a:lnSpc>
                <a:spcPct val="90000"/>
              </a:lnSpc>
              <a:spcBef>
                <a:spcPts val="1000"/>
              </a:spcBef>
              <a:spcAft>
                <a:spcPts val="0"/>
              </a:spcAft>
              <a:buClr>
                <a:schemeClr val="dk1"/>
              </a:buClr>
              <a:buSzPts val="2800"/>
              <a:buNone/>
            </a:pPr>
            <a:r>
              <a:t/>
            </a:r>
            <a:endParaRPr/>
          </a:p>
          <a:p>
            <a:pPr indent="-228600" lvl="0" marL="228600" rtl="0" algn="l">
              <a:lnSpc>
                <a:spcPct val="90000"/>
              </a:lnSpc>
              <a:spcBef>
                <a:spcPts val="1000"/>
              </a:spcBef>
              <a:spcAft>
                <a:spcPts val="0"/>
              </a:spcAft>
              <a:buClr>
                <a:schemeClr val="dk1"/>
              </a:buClr>
              <a:buSzPts val="2800"/>
              <a:buChar char="•"/>
            </a:pPr>
            <a:r>
              <a:rPr lang="en-US"/>
              <a:t>Divided into two phases:</a:t>
            </a:r>
            <a:endParaRPr/>
          </a:p>
          <a:p>
            <a:pPr indent="0" lvl="0" marL="0" rtl="0" algn="l">
              <a:lnSpc>
                <a:spcPct val="90000"/>
              </a:lnSpc>
              <a:spcBef>
                <a:spcPts val="1000"/>
              </a:spcBef>
              <a:spcAft>
                <a:spcPts val="0"/>
              </a:spcAft>
              <a:buClr>
                <a:schemeClr val="dk1"/>
              </a:buClr>
              <a:buSzPts val="2800"/>
              <a:buNone/>
            </a:pPr>
            <a:r>
              <a:rPr lang="en-US"/>
              <a:t>	Object-Oriented Analysis (OOA)</a:t>
            </a:r>
            <a:endParaRPr/>
          </a:p>
          <a:p>
            <a:pPr indent="0" lvl="0" marL="0" rtl="0" algn="l">
              <a:lnSpc>
                <a:spcPct val="90000"/>
              </a:lnSpc>
              <a:spcBef>
                <a:spcPts val="1000"/>
              </a:spcBef>
              <a:spcAft>
                <a:spcPts val="0"/>
              </a:spcAft>
              <a:buClr>
                <a:schemeClr val="dk1"/>
              </a:buClr>
              <a:buSzPts val="2800"/>
              <a:buNone/>
            </a:pPr>
            <a:r>
              <a:rPr lang="en-US"/>
              <a:t>	Object-Oriented Design (OOD)</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3" name="Shape 133"/>
        <p:cNvGrpSpPr/>
        <p:nvPr/>
      </p:nvGrpSpPr>
      <p:grpSpPr>
        <a:xfrm>
          <a:off x="0" y="0"/>
          <a:ext cx="0" cy="0"/>
          <a:chOff x="0" y="0"/>
          <a:chExt cx="0" cy="0"/>
        </a:xfrm>
      </p:grpSpPr>
      <p:sp>
        <p:nvSpPr>
          <p:cNvPr id="134" name="Google Shape;134;p13"/>
          <p:cNvSpPr txBox="1"/>
          <p:nvPr>
            <p:ph type="title"/>
          </p:nvPr>
        </p:nvSpPr>
        <p:spPr>
          <a:xfrm>
            <a:off x="504031" y="390226"/>
            <a:ext cx="8482314" cy="1258920"/>
          </a:xfrm>
          <a:prstGeom prst="rect">
            <a:avLst/>
          </a:prstGeom>
          <a:noFill/>
          <a:ln>
            <a:noFill/>
          </a:ln>
        </p:spPr>
        <p:txBody>
          <a:bodyPr anchorCtr="0" anchor="ctr" bIns="0" lIns="0" spcFirstLastPara="1" rIns="0" wrap="square" tIns="0">
            <a:noAutofit/>
          </a:bodyPr>
          <a:lstStyle/>
          <a:p>
            <a:pPr indent="0" lvl="0" marL="0" rtl="0" algn="ctr">
              <a:lnSpc>
                <a:spcPct val="90000"/>
              </a:lnSpc>
              <a:spcBef>
                <a:spcPts val="0"/>
              </a:spcBef>
              <a:spcAft>
                <a:spcPts val="0"/>
              </a:spcAft>
              <a:buClr>
                <a:schemeClr val="dk1"/>
              </a:buClr>
              <a:buSzPts val="4400"/>
              <a:buFont typeface="Arial"/>
              <a:buNone/>
            </a:pPr>
            <a:r>
              <a:rPr lang="en-US"/>
              <a:t>OOAD Phases</a:t>
            </a:r>
            <a:endParaRPr/>
          </a:p>
        </p:txBody>
      </p:sp>
      <p:sp>
        <p:nvSpPr>
          <p:cNvPr id="135" name="Google Shape;135;p13"/>
          <p:cNvSpPr txBox="1"/>
          <p:nvPr>
            <p:ph idx="4294967295" type="body"/>
          </p:nvPr>
        </p:nvSpPr>
        <p:spPr>
          <a:xfrm>
            <a:off x="504031" y="1649146"/>
            <a:ext cx="9072563" cy="4877779"/>
          </a:xfrm>
          <a:prstGeom prst="rect">
            <a:avLst/>
          </a:prstGeom>
          <a:noFill/>
          <a:ln>
            <a:noFill/>
          </a:ln>
        </p:spPr>
        <p:txBody>
          <a:bodyPr anchorCtr="0" anchor="t" bIns="50375" lIns="100775" spcFirstLastPara="1" rIns="100775" wrap="square" tIns="50375">
            <a:normAutofit/>
          </a:bodyPr>
          <a:lstStyle/>
          <a:p>
            <a:pPr indent="0" lvl="0" marL="0" rtl="0" algn="l">
              <a:lnSpc>
                <a:spcPct val="90000"/>
              </a:lnSpc>
              <a:spcBef>
                <a:spcPts val="0"/>
              </a:spcBef>
              <a:spcAft>
                <a:spcPts val="0"/>
              </a:spcAft>
              <a:buClr>
                <a:schemeClr val="dk1"/>
              </a:buClr>
              <a:buSzPts val="3200"/>
              <a:buNone/>
            </a:pPr>
            <a:r>
              <a:rPr b="1" lang="en-US" sz="3200"/>
              <a:t>OOA (What): </a:t>
            </a:r>
            <a:endParaRPr sz="3200"/>
          </a:p>
          <a:p>
            <a:pPr indent="-228600" lvl="0" marL="228600" rtl="0" algn="l">
              <a:lnSpc>
                <a:spcPct val="90000"/>
              </a:lnSpc>
              <a:spcBef>
                <a:spcPts val="1000"/>
              </a:spcBef>
              <a:spcAft>
                <a:spcPts val="0"/>
              </a:spcAft>
              <a:buClr>
                <a:schemeClr val="dk1"/>
              </a:buClr>
              <a:buSzPts val="2800"/>
              <a:buChar char="•"/>
            </a:pPr>
            <a:r>
              <a:rPr lang="en-US"/>
              <a:t>Finding and describing objects or concepts in problem domain</a:t>
            </a:r>
            <a:endParaRPr/>
          </a:p>
          <a:p>
            <a:pPr indent="-228600" lvl="0" marL="228600" rtl="0" algn="l">
              <a:lnSpc>
                <a:spcPct val="90000"/>
              </a:lnSpc>
              <a:spcBef>
                <a:spcPts val="1000"/>
              </a:spcBef>
              <a:spcAft>
                <a:spcPts val="0"/>
              </a:spcAft>
              <a:buClr>
                <a:schemeClr val="dk1"/>
              </a:buClr>
              <a:buSzPts val="2800"/>
              <a:buChar char="•"/>
            </a:pPr>
            <a:r>
              <a:rPr lang="en-US"/>
              <a:t>Investigation of problem and requirements</a:t>
            </a:r>
            <a:endParaRPr/>
          </a:p>
          <a:p>
            <a:pPr indent="-228600" lvl="0" marL="228600" rtl="0" algn="l">
              <a:lnSpc>
                <a:spcPct val="90000"/>
              </a:lnSpc>
              <a:spcBef>
                <a:spcPts val="1000"/>
              </a:spcBef>
              <a:spcAft>
                <a:spcPts val="0"/>
              </a:spcAft>
              <a:buClr>
                <a:schemeClr val="dk1"/>
              </a:buClr>
              <a:buSzPts val="2800"/>
              <a:buChar char="•"/>
            </a:pPr>
            <a:r>
              <a:rPr lang="en-US"/>
              <a:t>Requirement Analysis</a:t>
            </a:r>
            <a:endParaRPr/>
          </a:p>
          <a:p>
            <a:pPr indent="-228600" lvl="0" marL="228600" rtl="0" algn="l">
              <a:lnSpc>
                <a:spcPct val="90000"/>
              </a:lnSpc>
              <a:spcBef>
                <a:spcPts val="1000"/>
              </a:spcBef>
              <a:spcAft>
                <a:spcPts val="0"/>
              </a:spcAft>
              <a:buClr>
                <a:schemeClr val="dk1"/>
              </a:buClr>
              <a:buSzPts val="2800"/>
              <a:buChar char="•"/>
            </a:pPr>
            <a:r>
              <a:rPr lang="en-US"/>
              <a:t>Object based analysis</a:t>
            </a:r>
            <a:endParaRPr/>
          </a:p>
          <a:p>
            <a:pPr indent="0" lvl="0" marL="0" rtl="0" algn="l">
              <a:lnSpc>
                <a:spcPct val="90000"/>
              </a:lnSpc>
              <a:spcBef>
                <a:spcPts val="1000"/>
              </a:spcBef>
              <a:spcAft>
                <a:spcPts val="0"/>
              </a:spcAft>
              <a:buClr>
                <a:schemeClr val="dk1"/>
              </a:buClr>
              <a:buSzPts val="3200"/>
              <a:buNone/>
            </a:pPr>
            <a:r>
              <a:t/>
            </a:r>
            <a:endParaRPr sz="3200"/>
          </a:p>
          <a:p>
            <a:pPr indent="0" lvl="0" marL="0" rtl="0" algn="l">
              <a:lnSpc>
                <a:spcPct val="90000"/>
              </a:lnSpc>
              <a:spcBef>
                <a:spcPts val="1000"/>
              </a:spcBef>
              <a:spcAft>
                <a:spcPts val="0"/>
              </a:spcAft>
              <a:buClr>
                <a:schemeClr val="dk1"/>
              </a:buClr>
              <a:buSzPts val="3200"/>
              <a:buNone/>
            </a:pPr>
            <a:r>
              <a:rPr b="1" lang="en-US" sz="3200"/>
              <a:t>OOD (How): </a:t>
            </a:r>
            <a:r>
              <a:rPr lang="en-US"/>
              <a:t>Create class structures, define relationships, and apply design principles.</a:t>
            </a:r>
            <a:endParaRPr sz="3200"/>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9" name="Shape 139"/>
        <p:cNvGrpSpPr/>
        <p:nvPr/>
      </p:nvGrpSpPr>
      <p:grpSpPr>
        <a:xfrm>
          <a:off x="0" y="0"/>
          <a:ext cx="0" cy="0"/>
          <a:chOff x="0" y="0"/>
          <a:chExt cx="0" cy="0"/>
        </a:xfrm>
      </p:grpSpPr>
      <p:sp>
        <p:nvSpPr>
          <p:cNvPr id="140" name="Google Shape;140;p14"/>
          <p:cNvSpPr txBox="1"/>
          <p:nvPr>
            <p:ph type="title"/>
          </p:nvPr>
        </p:nvSpPr>
        <p:spPr>
          <a:xfrm>
            <a:off x="504031" y="390226"/>
            <a:ext cx="8482314" cy="1258920"/>
          </a:xfrm>
          <a:prstGeom prst="rect">
            <a:avLst/>
          </a:prstGeom>
          <a:noFill/>
          <a:ln>
            <a:noFill/>
          </a:ln>
        </p:spPr>
        <p:txBody>
          <a:bodyPr anchorCtr="0" anchor="ctr" bIns="0" lIns="0" spcFirstLastPara="1" rIns="0" wrap="square" tIns="0">
            <a:noAutofit/>
          </a:bodyPr>
          <a:lstStyle/>
          <a:p>
            <a:pPr indent="0" lvl="0" marL="0" rtl="0" algn="ctr">
              <a:lnSpc>
                <a:spcPct val="90000"/>
              </a:lnSpc>
              <a:spcBef>
                <a:spcPts val="0"/>
              </a:spcBef>
              <a:spcAft>
                <a:spcPts val="0"/>
              </a:spcAft>
              <a:buClr>
                <a:schemeClr val="dk1"/>
              </a:buClr>
              <a:buSzPts val="4400"/>
              <a:buFont typeface="Arial"/>
              <a:buNone/>
            </a:pPr>
            <a:r>
              <a:rPr lang="en-US"/>
              <a:t>Real-World Example: Online Shopping</a:t>
            </a:r>
            <a:endParaRPr/>
          </a:p>
        </p:txBody>
      </p:sp>
      <p:sp>
        <p:nvSpPr>
          <p:cNvPr id="141" name="Google Shape;141;p14"/>
          <p:cNvSpPr txBox="1"/>
          <p:nvPr>
            <p:ph idx="4294967295" type="body"/>
          </p:nvPr>
        </p:nvSpPr>
        <p:spPr>
          <a:xfrm>
            <a:off x="504031" y="1763924"/>
            <a:ext cx="9072563" cy="5375769"/>
          </a:xfrm>
          <a:prstGeom prst="rect">
            <a:avLst/>
          </a:prstGeom>
          <a:noFill/>
          <a:ln>
            <a:noFill/>
          </a:ln>
        </p:spPr>
        <p:txBody>
          <a:bodyPr anchorCtr="0" anchor="t" bIns="50375" lIns="100775" spcFirstLastPara="1" rIns="100775" wrap="square" tIns="50375">
            <a:normAutofit/>
          </a:bodyPr>
          <a:lstStyle/>
          <a:p>
            <a:pPr indent="0" lvl="0" marL="0" rtl="0" algn="l">
              <a:lnSpc>
                <a:spcPct val="90000"/>
              </a:lnSpc>
              <a:spcBef>
                <a:spcPts val="0"/>
              </a:spcBef>
              <a:spcAft>
                <a:spcPts val="0"/>
              </a:spcAft>
              <a:buClr>
                <a:schemeClr val="dk1"/>
              </a:buClr>
              <a:buSzPts val="3200"/>
              <a:buNone/>
            </a:pPr>
            <a:r>
              <a:rPr lang="en-US" sz="3200"/>
              <a:t>Imagine you’re building Amazon-like software where customers can:</a:t>
            </a:r>
            <a:endParaRPr/>
          </a:p>
          <a:p>
            <a:pPr indent="-228600" lvl="0" marL="228600" rtl="0" algn="l">
              <a:lnSpc>
                <a:spcPct val="90000"/>
              </a:lnSpc>
              <a:spcBef>
                <a:spcPts val="1000"/>
              </a:spcBef>
              <a:spcAft>
                <a:spcPts val="0"/>
              </a:spcAft>
              <a:buClr>
                <a:schemeClr val="dk1"/>
              </a:buClr>
              <a:buSzPts val="3200"/>
              <a:buChar char="•"/>
            </a:pPr>
            <a:r>
              <a:rPr lang="en-US" sz="3200"/>
              <a:t>Browse products</a:t>
            </a:r>
            <a:endParaRPr/>
          </a:p>
          <a:p>
            <a:pPr indent="-228600" lvl="0" marL="228600" rtl="0" algn="l">
              <a:lnSpc>
                <a:spcPct val="90000"/>
              </a:lnSpc>
              <a:spcBef>
                <a:spcPts val="2200"/>
              </a:spcBef>
              <a:spcAft>
                <a:spcPts val="0"/>
              </a:spcAft>
              <a:buClr>
                <a:schemeClr val="dk1"/>
              </a:buClr>
              <a:buSzPts val="3200"/>
              <a:buChar char="•"/>
            </a:pPr>
            <a:r>
              <a:rPr lang="en-US" sz="3200"/>
              <a:t>Add them to cart</a:t>
            </a:r>
            <a:endParaRPr/>
          </a:p>
          <a:p>
            <a:pPr indent="-228600" lvl="0" marL="228600" rtl="0" algn="l">
              <a:lnSpc>
                <a:spcPct val="90000"/>
              </a:lnSpc>
              <a:spcBef>
                <a:spcPts val="2200"/>
              </a:spcBef>
              <a:spcAft>
                <a:spcPts val="0"/>
              </a:spcAft>
              <a:buClr>
                <a:schemeClr val="dk1"/>
              </a:buClr>
              <a:buSzPts val="3200"/>
              <a:buChar char="•"/>
            </a:pPr>
            <a:r>
              <a:rPr lang="en-US" sz="3200"/>
              <a:t>Place an order</a:t>
            </a:r>
            <a:endParaRPr/>
          </a:p>
          <a:p>
            <a:pPr indent="-228600" lvl="0" marL="228600" rtl="0" algn="l">
              <a:lnSpc>
                <a:spcPct val="90000"/>
              </a:lnSpc>
              <a:spcBef>
                <a:spcPts val="2200"/>
              </a:spcBef>
              <a:spcAft>
                <a:spcPts val="0"/>
              </a:spcAft>
              <a:buClr>
                <a:schemeClr val="dk1"/>
              </a:buClr>
              <a:buSzPts val="3200"/>
              <a:buChar char="•"/>
            </a:pPr>
            <a:r>
              <a:rPr lang="en-US" sz="3200"/>
              <a:t>Make payment</a:t>
            </a:r>
            <a:endParaRPr sz="3600"/>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6" name="Shape 146"/>
        <p:cNvGrpSpPr/>
        <p:nvPr/>
      </p:nvGrpSpPr>
      <p:grpSpPr>
        <a:xfrm>
          <a:off x="0" y="0"/>
          <a:ext cx="0" cy="0"/>
          <a:chOff x="0" y="0"/>
          <a:chExt cx="0" cy="0"/>
        </a:xfrm>
      </p:grpSpPr>
      <p:pic>
        <p:nvPicPr>
          <p:cNvPr id="147" name="Google Shape;147;g3f9774df590_0_0"/>
          <p:cNvPicPr preferRelativeResize="0"/>
          <p:nvPr/>
        </p:nvPicPr>
        <p:blipFill>
          <a:blip r:embed="rId3">
            <a:alphaModFix/>
          </a:blip>
          <a:stretch>
            <a:fillRect/>
          </a:stretch>
        </p:blipFill>
        <p:spPr>
          <a:xfrm>
            <a:off x="674175" y="152400"/>
            <a:ext cx="7477721" cy="7254875"/>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2" name="Shape 152"/>
        <p:cNvGrpSpPr/>
        <p:nvPr/>
      </p:nvGrpSpPr>
      <p:grpSpPr>
        <a:xfrm>
          <a:off x="0" y="0"/>
          <a:ext cx="0" cy="0"/>
          <a:chOff x="0" y="0"/>
          <a:chExt cx="0" cy="0"/>
        </a:xfrm>
      </p:grpSpPr>
      <p:pic>
        <p:nvPicPr>
          <p:cNvPr id="153" name="Google Shape;153;g3f9774df590_0_6"/>
          <p:cNvPicPr preferRelativeResize="0"/>
          <p:nvPr/>
        </p:nvPicPr>
        <p:blipFill>
          <a:blip r:embed="rId3">
            <a:alphaModFix/>
          </a:blip>
          <a:stretch>
            <a:fillRect/>
          </a:stretch>
        </p:blipFill>
        <p:spPr>
          <a:xfrm>
            <a:off x="528575" y="103850"/>
            <a:ext cx="7477721" cy="7254875"/>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7" name="Shape 157"/>
        <p:cNvGrpSpPr/>
        <p:nvPr/>
      </p:nvGrpSpPr>
      <p:grpSpPr>
        <a:xfrm>
          <a:off x="0" y="0"/>
          <a:ext cx="0" cy="0"/>
          <a:chOff x="0" y="0"/>
          <a:chExt cx="0" cy="0"/>
        </a:xfrm>
      </p:grpSpPr>
      <p:sp>
        <p:nvSpPr>
          <p:cNvPr id="158" name="Google Shape;158;p18"/>
          <p:cNvSpPr txBox="1"/>
          <p:nvPr>
            <p:ph type="title"/>
          </p:nvPr>
        </p:nvSpPr>
        <p:spPr>
          <a:xfrm>
            <a:off x="504031" y="390226"/>
            <a:ext cx="8482314" cy="1258920"/>
          </a:xfrm>
          <a:prstGeom prst="rect">
            <a:avLst/>
          </a:prstGeom>
          <a:noFill/>
          <a:ln>
            <a:noFill/>
          </a:ln>
        </p:spPr>
        <p:txBody>
          <a:bodyPr anchorCtr="0" anchor="ctr" bIns="0" lIns="0" spcFirstLastPara="1" rIns="0" wrap="square" tIns="0">
            <a:noAutofit/>
          </a:bodyPr>
          <a:lstStyle/>
          <a:p>
            <a:pPr indent="0" lvl="0" marL="0" rtl="0" algn="ctr">
              <a:lnSpc>
                <a:spcPct val="90000"/>
              </a:lnSpc>
              <a:spcBef>
                <a:spcPts val="0"/>
              </a:spcBef>
              <a:spcAft>
                <a:spcPts val="0"/>
              </a:spcAft>
              <a:buClr>
                <a:schemeClr val="dk1"/>
              </a:buClr>
              <a:buSzPts val="4400"/>
              <a:buFont typeface="Arial"/>
              <a:buNone/>
            </a:pPr>
            <a:r>
              <a:rPr lang="en-US"/>
              <a:t>Benefits of OOAD</a:t>
            </a:r>
            <a:endParaRPr/>
          </a:p>
        </p:txBody>
      </p:sp>
      <p:sp>
        <p:nvSpPr>
          <p:cNvPr id="159" name="Google Shape;159;p18"/>
          <p:cNvSpPr txBox="1"/>
          <p:nvPr>
            <p:ph idx="4294967295" type="body"/>
          </p:nvPr>
        </p:nvSpPr>
        <p:spPr>
          <a:xfrm>
            <a:off x="504031" y="1763924"/>
            <a:ext cx="9072563" cy="5375769"/>
          </a:xfrm>
          <a:prstGeom prst="rect">
            <a:avLst/>
          </a:prstGeom>
          <a:noFill/>
          <a:ln>
            <a:noFill/>
          </a:ln>
        </p:spPr>
        <p:txBody>
          <a:bodyPr anchorCtr="0" anchor="t" bIns="50375" lIns="100775" spcFirstLastPara="1" rIns="100775" wrap="square" tIns="50375">
            <a:normAutofit/>
          </a:bodyPr>
          <a:lstStyle/>
          <a:p>
            <a:pPr indent="-228600" lvl="0" marL="228600" rtl="0" algn="l">
              <a:lnSpc>
                <a:spcPct val="90000"/>
              </a:lnSpc>
              <a:spcBef>
                <a:spcPts val="0"/>
              </a:spcBef>
              <a:spcAft>
                <a:spcPts val="0"/>
              </a:spcAft>
              <a:buClr>
                <a:schemeClr val="dk1"/>
              </a:buClr>
              <a:buSzPts val="2800"/>
              <a:buChar char="•"/>
            </a:pPr>
            <a:r>
              <a:rPr lang="en-US"/>
              <a:t>Reusability: Use of common classes in other projects</a:t>
            </a:r>
            <a:endParaRPr/>
          </a:p>
          <a:p>
            <a:pPr indent="-50800" lvl="0" marL="228600" rtl="0" algn="l">
              <a:lnSpc>
                <a:spcPct val="90000"/>
              </a:lnSpc>
              <a:spcBef>
                <a:spcPts val="1000"/>
              </a:spcBef>
              <a:spcAft>
                <a:spcPts val="0"/>
              </a:spcAft>
              <a:buClr>
                <a:schemeClr val="dk1"/>
              </a:buClr>
              <a:buSzPts val="2800"/>
              <a:buNone/>
            </a:pPr>
            <a:r>
              <a:t/>
            </a:r>
            <a:endParaRPr/>
          </a:p>
          <a:p>
            <a:pPr indent="-228600" lvl="0" marL="228600" rtl="0" algn="l">
              <a:lnSpc>
                <a:spcPct val="90000"/>
              </a:lnSpc>
              <a:spcBef>
                <a:spcPts val="1000"/>
              </a:spcBef>
              <a:spcAft>
                <a:spcPts val="0"/>
              </a:spcAft>
              <a:buClr>
                <a:schemeClr val="dk1"/>
              </a:buClr>
              <a:buSzPts val="2800"/>
              <a:buChar char="•"/>
            </a:pPr>
            <a:r>
              <a:rPr lang="en-US"/>
              <a:t>Maintainability: Easy to change features (e.g., add reviews)</a:t>
            </a:r>
            <a:endParaRPr/>
          </a:p>
          <a:p>
            <a:pPr indent="-50800" lvl="0" marL="228600" rtl="0" algn="l">
              <a:lnSpc>
                <a:spcPct val="90000"/>
              </a:lnSpc>
              <a:spcBef>
                <a:spcPts val="1000"/>
              </a:spcBef>
              <a:spcAft>
                <a:spcPts val="0"/>
              </a:spcAft>
              <a:buClr>
                <a:schemeClr val="dk1"/>
              </a:buClr>
              <a:buSzPts val="2800"/>
              <a:buNone/>
            </a:pPr>
            <a:r>
              <a:t/>
            </a:r>
            <a:endParaRPr/>
          </a:p>
          <a:p>
            <a:pPr indent="-228600" lvl="0" marL="228600" rtl="0" algn="l">
              <a:lnSpc>
                <a:spcPct val="90000"/>
              </a:lnSpc>
              <a:spcBef>
                <a:spcPts val="1000"/>
              </a:spcBef>
              <a:spcAft>
                <a:spcPts val="0"/>
              </a:spcAft>
              <a:buClr>
                <a:schemeClr val="dk1"/>
              </a:buClr>
              <a:buSzPts val="2800"/>
              <a:buChar char="•"/>
            </a:pPr>
            <a:r>
              <a:rPr lang="en-US"/>
              <a:t>Scalability: System grows without breaking</a:t>
            </a:r>
            <a:endParaRPr/>
          </a:p>
          <a:p>
            <a:pPr indent="-50800" lvl="0" marL="228600" rtl="0" algn="l">
              <a:lnSpc>
                <a:spcPct val="90000"/>
              </a:lnSpc>
              <a:spcBef>
                <a:spcPts val="1000"/>
              </a:spcBef>
              <a:spcAft>
                <a:spcPts val="0"/>
              </a:spcAft>
              <a:buClr>
                <a:schemeClr val="dk1"/>
              </a:buClr>
              <a:buSzPts val="2800"/>
              <a:buNone/>
            </a:pPr>
            <a:r>
              <a:t/>
            </a:r>
            <a:endParaRPr/>
          </a:p>
          <a:p>
            <a:pPr indent="-228600" lvl="0" marL="228600" rtl="0" algn="l">
              <a:lnSpc>
                <a:spcPct val="90000"/>
              </a:lnSpc>
              <a:spcBef>
                <a:spcPts val="1000"/>
              </a:spcBef>
              <a:spcAft>
                <a:spcPts val="0"/>
              </a:spcAft>
              <a:buClr>
                <a:schemeClr val="dk1"/>
              </a:buClr>
              <a:buSzPts val="2800"/>
              <a:buChar char="•"/>
            </a:pPr>
            <a:r>
              <a:rPr lang="en-US"/>
              <a:t>Real-world mapping: Easier to design and understand</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3" name="Shape 163"/>
        <p:cNvGrpSpPr/>
        <p:nvPr/>
      </p:nvGrpSpPr>
      <p:grpSpPr>
        <a:xfrm>
          <a:off x="0" y="0"/>
          <a:ext cx="0" cy="0"/>
          <a:chOff x="0" y="0"/>
          <a:chExt cx="0" cy="0"/>
        </a:xfrm>
      </p:grpSpPr>
      <p:sp>
        <p:nvSpPr>
          <p:cNvPr id="164" name="Google Shape;164;p19"/>
          <p:cNvSpPr txBox="1"/>
          <p:nvPr>
            <p:ph type="title"/>
          </p:nvPr>
        </p:nvSpPr>
        <p:spPr>
          <a:xfrm>
            <a:off x="504031" y="219485"/>
            <a:ext cx="8482314" cy="934077"/>
          </a:xfrm>
          <a:prstGeom prst="rect">
            <a:avLst/>
          </a:prstGeom>
          <a:noFill/>
          <a:ln>
            <a:noFill/>
          </a:ln>
        </p:spPr>
        <p:txBody>
          <a:bodyPr anchorCtr="0" anchor="ctr" bIns="0" lIns="0" spcFirstLastPara="1" rIns="0" wrap="square" tIns="0">
            <a:noAutofit/>
          </a:bodyPr>
          <a:lstStyle/>
          <a:p>
            <a:pPr indent="0" lvl="0" marL="0" rtl="0" algn="ctr">
              <a:lnSpc>
                <a:spcPct val="90000"/>
              </a:lnSpc>
              <a:spcBef>
                <a:spcPts val="0"/>
              </a:spcBef>
              <a:spcAft>
                <a:spcPts val="0"/>
              </a:spcAft>
              <a:buClr>
                <a:schemeClr val="dk1"/>
              </a:buClr>
              <a:buSzPts val="4400"/>
              <a:buFont typeface="Arial"/>
              <a:buNone/>
            </a:pPr>
            <a:r>
              <a:rPr lang="en-US"/>
              <a:t>MCQs</a:t>
            </a:r>
            <a:endParaRPr/>
          </a:p>
        </p:txBody>
      </p:sp>
      <p:sp>
        <p:nvSpPr>
          <p:cNvPr id="165" name="Google Shape;165;p19"/>
          <p:cNvSpPr txBox="1"/>
          <p:nvPr>
            <p:ph idx="4294967295" type="body"/>
          </p:nvPr>
        </p:nvSpPr>
        <p:spPr>
          <a:xfrm>
            <a:off x="504030" y="1861694"/>
            <a:ext cx="9072600" cy="2461200"/>
          </a:xfrm>
          <a:prstGeom prst="rect">
            <a:avLst/>
          </a:prstGeom>
          <a:noFill/>
          <a:ln>
            <a:noFill/>
          </a:ln>
        </p:spPr>
        <p:txBody>
          <a:bodyPr anchorCtr="0" anchor="t" bIns="50375" lIns="100775" spcFirstLastPara="1" rIns="100775" wrap="square" tIns="50375">
            <a:normAutofit/>
          </a:bodyPr>
          <a:lstStyle/>
          <a:p>
            <a:pPr indent="0" lvl="0" marL="0" rtl="0" algn="l">
              <a:lnSpc>
                <a:spcPct val="90000"/>
              </a:lnSpc>
              <a:spcBef>
                <a:spcPts val="0"/>
              </a:spcBef>
              <a:spcAft>
                <a:spcPts val="0"/>
              </a:spcAft>
              <a:buClr>
                <a:schemeClr val="dk1"/>
              </a:buClr>
              <a:buSzPts val="2400"/>
              <a:buNone/>
            </a:pPr>
            <a:r>
              <a:rPr lang="en-US" sz="2400"/>
              <a:t>1. What is the full form of OOAD?                                                 A. Object-Oriented Analysis and Design                                       B. Object-Oriented Architecture and Development                           C. Object Organization and Development                                    D. Object-Oriented Application Development</a:t>
            </a:r>
            <a:endParaRPr/>
          </a:p>
          <a:p>
            <a:pPr indent="-76200" lvl="0" marL="228600" rtl="0" algn="l">
              <a:lnSpc>
                <a:spcPct val="90000"/>
              </a:lnSpc>
              <a:spcBef>
                <a:spcPts val="1000"/>
              </a:spcBef>
              <a:spcAft>
                <a:spcPts val="0"/>
              </a:spcAft>
              <a:buClr>
                <a:schemeClr val="dk1"/>
              </a:buClr>
              <a:buSzPts val="2400"/>
              <a:buNone/>
            </a:pPr>
            <a:r>
              <a:t/>
            </a:r>
            <a:endParaRPr sz="2400"/>
          </a:p>
        </p:txBody>
      </p:sp>
      <p:sp>
        <p:nvSpPr>
          <p:cNvPr id="166" name="Google Shape;166;p19"/>
          <p:cNvSpPr txBox="1"/>
          <p:nvPr/>
        </p:nvSpPr>
        <p:spPr>
          <a:xfrm>
            <a:off x="630218" y="3615386"/>
            <a:ext cx="8687400" cy="4617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00"/>
              <a:buFont typeface="Arial"/>
              <a:buNone/>
            </a:pPr>
            <a:r>
              <a:rPr b="0" i="0" lang="en-US" sz="2400" u="none" cap="none" strike="noStrike">
                <a:solidFill>
                  <a:schemeClr val="dk1"/>
                </a:solidFill>
                <a:latin typeface="Arial"/>
                <a:ea typeface="Arial"/>
                <a:cs typeface="Arial"/>
                <a:sym typeface="Arial"/>
              </a:rPr>
              <a:t>Ans: A. Object-Oriented Analysis and Design </a:t>
            </a:r>
            <a:endParaRPr b="0" i="0" sz="1400" u="none" cap="none" strike="noStrike">
              <a:solidFill>
                <a:srgbClr val="000000"/>
              </a:solidFill>
              <a:latin typeface="Arial"/>
              <a:ea typeface="Arial"/>
              <a:cs typeface="Arial"/>
              <a:sym typeface="Arial"/>
            </a:endParaRPr>
          </a:p>
        </p:txBody>
      </p:sp>
      <p:sp>
        <p:nvSpPr>
          <p:cNvPr id="167" name="Google Shape;167;p19"/>
          <p:cNvSpPr txBox="1"/>
          <p:nvPr/>
        </p:nvSpPr>
        <p:spPr>
          <a:xfrm>
            <a:off x="567093" y="4322915"/>
            <a:ext cx="8356200" cy="22164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00"/>
              <a:buFont typeface="Arial"/>
              <a:buNone/>
            </a:pPr>
            <a:r>
              <a:rPr b="0" i="0" lang="en-US" sz="2400" u="none" cap="none" strike="noStrike">
                <a:solidFill>
                  <a:schemeClr val="dk1"/>
                </a:solidFill>
                <a:latin typeface="Arial"/>
                <a:ea typeface="Arial"/>
                <a:cs typeface="Arial"/>
                <a:sym typeface="Arial"/>
              </a:rPr>
              <a:t>2. Which concept binds data and methods together?             A. Abstraction                                                                        B. Inheritance                                                                         C. Encapsulation                                                                   D. Aggregation</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168" name="Google Shape;168;p19"/>
          <p:cNvSpPr txBox="1"/>
          <p:nvPr/>
        </p:nvSpPr>
        <p:spPr>
          <a:xfrm>
            <a:off x="630155" y="6538908"/>
            <a:ext cx="8687400" cy="4617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00"/>
              <a:buFont typeface="Arial"/>
              <a:buNone/>
            </a:pPr>
            <a:r>
              <a:rPr b="0" i="0" lang="en-US" sz="2400" u="none" cap="none" strike="noStrike">
                <a:solidFill>
                  <a:schemeClr val="dk1"/>
                </a:solidFill>
                <a:latin typeface="Arial"/>
                <a:ea typeface="Arial"/>
                <a:cs typeface="Arial"/>
                <a:sym typeface="Arial"/>
              </a:rPr>
              <a:t>Ans: C. Encapsulation</a:t>
            </a:r>
            <a:endParaRPr b="0" i="0" sz="1400" u="none" cap="none" strike="noStrike">
              <a:solidFill>
                <a:srgbClr val="000000"/>
              </a:solidFill>
              <a:latin typeface="Arial"/>
              <a:ea typeface="Arial"/>
              <a:cs typeface="Arial"/>
              <a:sym typeface="A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65">
                                            <p:txEl>
                                              <p:pRg end="0" st="0"/>
                                            </p:txEl>
                                          </p:spTgt>
                                        </p:tgtEl>
                                        <p:attrNameLst>
                                          <p:attrName>style.visibility</p:attrName>
                                        </p:attrNameLst>
                                      </p:cBhvr>
                                      <p:to>
                                        <p:strVal val="visible"/>
                                      </p:to>
                                    </p:set>
                                    <p:animEffect filter="fade" transition="in">
                                      <p:cBhvr>
                                        <p:cTn dur="500"/>
                                        <p:tgtEl>
                                          <p:spTgt spid="165">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65">
                                            <p:txEl>
                                              <p:pRg end="1" st="1"/>
                                            </p:txEl>
                                          </p:spTgt>
                                        </p:tgtEl>
                                        <p:attrNameLst>
                                          <p:attrName>style.visibility</p:attrName>
                                        </p:attrNameLst>
                                      </p:cBhvr>
                                      <p:to>
                                        <p:strVal val="visible"/>
                                      </p:to>
                                    </p:set>
                                    <p:animEffect filter="fade" transition="in">
                                      <p:cBhvr>
                                        <p:cTn dur="500"/>
                                        <p:tgtEl>
                                          <p:spTgt spid="165">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66"/>
                                        </p:tgtEl>
                                        <p:attrNameLst>
                                          <p:attrName>style.visibility</p:attrName>
                                        </p:attrNameLst>
                                      </p:cBhvr>
                                      <p:to>
                                        <p:strVal val="visible"/>
                                      </p:to>
                                    </p:set>
                                    <p:animEffect filter="fade" transition="in">
                                      <p:cBhvr>
                                        <p:cTn dur="500"/>
                                        <p:tgtEl>
                                          <p:spTgt spid="166"/>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67"/>
                                        </p:tgtEl>
                                        <p:attrNameLst>
                                          <p:attrName>style.visibility</p:attrName>
                                        </p:attrNameLst>
                                      </p:cBhvr>
                                      <p:to>
                                        <p:strVal val="visible"/>
                                      </p:to>
                                    </p:set>
                                    <p:animEffect filter="fade" transition="in">
                                      <p:cBhvr>
                                        <p:cTn dur="500"/>
                                        <p:tgtEl>
                                          <p:spTgt spid="167"/>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68"/>
                                        </p:tgtEl>
                                        <p:attrNameLst>
                                          <p:attrName>style.visibility</p:attrName>
                                        </p:attrNameLst>
                                      </p:cBhvr>
                                      <p:to>
                                        <p:strVal val="visible"/>
                                      </p:to>
                                    </p:set>
                                    <p:animEffect filter="fade" transition="in">
                                      <p:cBhvr>
                                        <p:cTn dur="500"/>
                                        <p:tgtEl>
                                          <p:spTgt spid="168"/>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2" name="Shape 172"/>
        <p:cNvGrpSpPr/>
        <p:nvPr/>
      </p:nvGrpSpPr>
      <p:grpSpPr>
        <a:xfrm>
          <a:off x="0" y="0"/>
          <a:ext cx="0" cy="0"/>
          <a:chOff x="0" y="0"/>
          <a:chExt cx="0" cy="0"/>
        </a:xfrm>
      </p:grpSpPr>
      <p:sp>
        <p:nvSpPr>
          <p:cNvPr id="173" name="Google Shape;173;p20"/>
          <p:cNvSpPr txBox="1"/>
          <p:nvPr>
            <p:ph type="title"/>
          </p:nvPr>
        </p:nvSpPr>
        <p:spPr>
          <a:xfrm>
            <a:off x="504031" y="219485"/>
            <a:ext cx="8482314" cy="934077"/>
          </a:xfrm>
          <a:prstGeom prst="rect">
            <a:avLst/>
          </a:prstGeom>
          <a:noFill/>
          <a:ln>
            <a:noFill/>
          </a:ln>
        </p:spPr>
        <p:txBody>
          <a:bodyPr anchorCtr="0" anchor="ctr" bIns="0" lIns="0" spcFirstLastPara="1" rIns="0" wrap="square" tIns="0">
            <a:noAutofit/>
          </a:bodyPr>
          <a:lstStyle/>
          <a:p>
            <a:pPr indent="0" lvl="0" marL="0" rtl="0" algn="ctr">
              <a:lnSpc>
                <a:spcPct val="90000"/>
              </a:lnSpc>
              <a:spcBef>
                <a:spcPts val="0"/>
              </a:spcBef>
              <a:spcAft>
                <a:spcPts val="0"/>
              </a:spcAft>
              <a:buClr>
                <a:schemeClr val="dk1"/>
              </a:buClr>
              <a:buSzPts val="4400"/>
              <a:buFont typeface="Arial"/>
              <a:buNone/>
            </a:pPr>
            <a:r>
              <a:rPr lang="en-US"/>
              <a:t>MCQs</a:t>
            </a:r>
            <a:endParaRPr/>
          </a:p>
        </p:txBody>
      </p:sp>
      <p:sp>
        <p:nvSpPr>
          <p:cNvPr id="174" name="Google Shape;174;p20"/>
          <p:cNvSpPr txBox="1"/>
          <p:nvPr>
            <p:ph idx="4294967295" type="body"/>
          </p:nvPr>
        </p:nvSpPr>
        <p:spPr>
          <a:xfrm>
            <a:off x="630155" y="1699619"/>
            <a:ext cx="9072600" cy="2461200"/>
          </a:xfrm>
          <a:prstGeom prst="rect">
            <a:avLst/>
          </a:prstGeom>
          <a:noFill/>
          <a:ln>
            <a:noFill/>
          </a:ln>
        </p:spPr>
        <p:txBody>
          <a:bodyPr anchorCtr="0" anchor="t" bIns="50375" lIns="100775" spcFirstLastPara="1" rIns="100775" wrap="square" tIns="50375">
            <a:normAutofit/>
          </a:bodyPr>
          <a:lstStyle/>
          <a:p>
            <a:pPr indent="0" lvl="0" marL="0" rtl="0" algn="l">
              <a:lnSpc>
                <a:spcPct val="90000"/>
              </a:lnSpc>
              <a:spcBef>
                <a:spcPts val="0"/>
              </a:spcBef>
              <a:spcAft>
                <a:spcPts val="0"/>
              </a:spcAft>
              <a:buClr>
                <a:schemeClr val="dk1"/>
              </a:buClr>
              <a:buSzPts val="2400"/>
              <a:buNone/>
            </a:pPr>
            <a:r>
              <a:rPr lang="en-US" sz="2400"/>
              <a:t>3. What is the goal of Object-Oriented Analysis (OOA)?               A. To implement classes and objects                                            B. To create test cases                                                                  C. To understand and model user requirements                           D. To optimize performance</a:t>
            </a:r>
            <a:endParaRPr/>
          </a:p>
        </p:txBody>
      </p:sp>
      <p:sp>
        <p:nvSpPr>
          <p:cNvPr id="175" name="Google Shape;175;p20"/>
          <p:cNvSpPr txBox="1"/>
          <p:nvPr/>
        </p:nvSpPr>
        <p:spPr>
          <a:xfrm>
            <a:off x="696680" y="3498486"/>
            <a:ext cx="8687400" cy="4617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00"/>
              <a:buFont typeface="Arial"/>
              <a:buNone/>
            </a:pPr>
            <a:r>
              <a:rPr b="0" i="0" lang="en-US" sz="2400" u="none" cap="none" strike="noStrike">
                <a:solidFill>
                  <a:schemeClr val="dk1"/>
                </a:solidFill>
                <a:latin typeface="Arial"/>
                <a:ea typeface="Arial"/>
                <a:cs typeface="Arial"/>
                <a:sym typeface="Arial"/>
              </a:rPr>
              <a:t>Ans: C. To understand and model user requirements</a:t>
            </a:r>
            <a:endParaRPr b="0" i="0" sz="1400" u="none" cap="none" strike="noStrike">
              <a:solidFill>
                <a:srgbClr val="000000"/>
              </a:solidFill>
              <a:latin typeface="Arial"/>
              <a:ea typeface="Arial"/>
              <a:cs typeface="Arial"/>
              <a:sym typeface="Arial"/>
            </a:endParaRPr>
          </a:p>
        </p:txBody>
      </p:sp>
      <p:sp>
        <p:nvSpPr>
          <p:cNvPr id="176" name="Google Shape;176;p20"/>
          <p:cNvSpPr txBox="1"/>
          <p:nvPr/>
        </p:nvSpPr>
        <p:spPr>
          <a:xfrm>
            <a:off x="567093" y="4160840"/>
            <a:ext cx="8356190" cy="2215991"/>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00"/>
              <a:buFont typeface="Arial"/>
              <a:buNone/>
            </a:pPr>
            <a:r>
              <a:rPr b="0" i="0" lang="en-US" sz="2400" u="none" cap="none" strike="noStrike">
                <a:solidFill>
                  <a:schemeClr val="dk1"/>
                </a:solidFill>
                <a:latin typeface="Arial"/>
                <a:ea typeface="Arial"/>
                <a:cs typeface="Arial"/>
                <a:sym typeface="Arial"/>
              </a:rPr>
              <a:t>4. What is the main goal of Object-Oriented Design (OOD)?           A. Write documentation                                                         B. Convert analysis model into design model                       C. Compile the code                                                              D. Identify hardware resources</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177" name="Google Shape;177;p20"/>
          <p:cNvSpPr txBox="1"/>
          <p:nvPr/>
        </p:nvSpPr>
        <p:spPr>
          <a:xfrm>
            <a:off x="630155" y="6305108"/>
            <a:ext cx="8687266" cy="46166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00"/>
              <a:buFont typeface="Arial"/>
              <a:buNone/>
            </a:pPr>
            <a:r>
              <a:rPr b="0" i="0" lang="en-US" sz="2400" u="none" cap="none" strike="noStrike">
                <a:solidFill>
                  <a:schemeClr val="dk1"/>
                </a:solidFill>
                <a:latin typeface="Arial"/>
                <a:ea typeface="Arial"/>
                <a:cs typeface="Arial"/>
                <a:sym typeface="Arial"/>
              </a:rPr>
              <a:t>Ans: B. Convert analysis model into design model </a:t>
            </a:r>
            <a:endParaRPr b="0" i="0" sz="1400" u="none" cap="none" strike="noStrike">
              <a:solidFill>
                <a:srgbClr val="000000"/>
              </a:solidFill>
              <a:latin typeface="Arial"/>
              <a:ea typeface="Arial"/>
              <a:cs typeface="Arial"/>
              <a:sym typeface="A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74">
                                            <p:txEl>
                                              <p:pRg end="0" st="0"/>
                                            </p:txEl>
                                          </p:spTgt>
                                        </p:tgtEl>
                                        <p:attrNameLst>
                                          <p:attrName>style.visibility</p:attrName>
                                        </p:attrNameLst>
                                      </p:cBhvr>
                                      <p:to>
                                        <p:strVal val="visible"/>
                                      </p:to>
                                    </p:set>
                                    <p:animEffect filter="fade" transition="in">
                                      <p:cBhvr>
                                        <p:cTn dur="500"/>
                                        <p:tgtEl>
                                          <p:spTgt spid="174">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75"/>
                                        </p:tgtEl>
                                        <p:attrNameLst>
                                          <p:attrName>style.visibility</p:attrName>
                                        </p:attrNameLst>
                                      </p:cBhvr>
                                      <p:to>
                                        <p:strVal val="visible"/>
                                      </p:to>
                                    </p:set>
                                    <p:animEffect filter="fade" transition="in">
                                      <p:cBhvr>
                                        <p:cTn dur="500"/>
                                        <p:tgtEl>
                                          <p:spTgt spid="175"/>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76"/>
                                        </p:tgtEl>
                                        <p:attrNameLst>
                                          <p:attrName>style.visibility</p:attrName>
                                        </p:attrNameLst>
                                      </p:cBhvr>
                                      <p:to>
                                        <p:strVal val="visible"/>
                                      </p:to>
                                    </p:set>
                                    <p:animEffect filter="fade" transition="in">
                                      <p:cBhvr>
                                        <p:cTn dur="500"/>
                                        <p:tgtEl>
                                          <p:spTgt spid="176"/>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77"/>
                                        </p:tgtEl>
                                        <p:attrNameLst>
                                          <p:attrName>style.visibility</p:attrName>
                                        </p:attrNameLst>
                                      </p:cBhvr>
                                      <p:to>
                                        <p:strVal val="visible"/>
                                      </p:to>
                                    </p:set>
                                    <p:animEffect filter="fade" transition="in">
                                      <p:cBhvr>
                                        <p:cTn dur="500"/>
                                        <p:tgtEl>
                                          <p:spTgt spid="177"/>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1" name="Shape 181"/>
        <p:cNvGrpSpPr/>
        <p:nvPr/>
      </p:nvGrpSpPr>
      <p:grpSpPr>
        <a:xfrm>
          <a:off x="0" y="0"/>
          <a:ext cx="0" cy="0"/>
          <a:chOff x="0" y="0"/>
          <a:chExt cx="0" cy="0"/>
        </a:xfrm>
      </p:grpSpPr>
      <p:sp>
        <p:nvSpPr>
          <p:cNvPr id="182" name="Google Shape;182;p21"/>
          <p:cNvSpPr txBox="1"/>
          <p:nvPr>
            <p:ph type="title"/>
          </p:nvPr>
        </p:nvSpPr>
        <p:spPr>
          <a:xfrm>
            <a:off x="504031" y="219485"/>
            <a:ext cx="8482314" cy="934077"/>
          </a:xfrm>
          <a:prstGeom prst="rect">
            <a:avLst/>
          </a:prstGeom>
          <a:noFill/>
          <a:ln>
            <a:noFill/>
          </a:ln>
        </p:spPr>
        <p:txBody>
          <a:bodyPr anchorCtr="0" anchor="ctr" bIns="0" lIns="0" spcFirstLastPara="1" rIns="0" wrap="square" tIns="0">
            <a:noAutofit/>
          </a:bodyPr>
          <a:lstStyle/>
          <a:p>
            <a:pPr indent="0" lvl="0" marL="0" rtl="0" algn="ctr">
              <a:lnSpc>
                <a:spcPct val="90000"/>
              </a:lnSpc>
              <a:spcBef>
                <a:spcPts val="0"/>
              </a:spcBef>
              <a:spcAft>
                <a:spcPts val="0"/>
              </a:spcAft>
              <a:buClr>
                <a:schemeClr val="dk1"/>
              </a:buClr>
              <a:buSzPts val="4400"/>
              <a:buFont typeface="Arial"/>
              <a:buNone/>
            </a:pPr>
            <a:r>
              <a:rPr lang="en-US"/>
              <a:t>MCQs</a:t>
            </a:r>
            <a:endParaRPr/>
          </a:p>
        </p:txBody>
      </p:sp>
      <p:sp>
        <p:nvSpPr>
          <p:cNvPr id="183" name="Google Shape;183;p21"/>
          <p:cNvSpPr txBox="1"/>
          <p:nvPr>
            <p:ph idx="4294967295" type="body"/>
          </p:nvPr>
        </p:nvSpPr>
        <p:spPr>
          <a:xfrm>
            <a:off x="504093" y="1701928"/>
            <a:ext cx="9072600" cy="2461200"/>
          </a:xfrm>
          <a:prstGeom prst="rect">
            <a:avLst/>
          </a:prstGeom>
          <a:noFill/>
          <a:ln>
            <a:noFill/>
          </a:ln>
        </p:spPr>
        <p:txBody>
          <a:bodyPr anchorCtr="0" anchor="t" bIns="50375" lIns="100775" spcFirstLastPara="1" rIns="100775" wrap="square" tIns="50375">
            <a:normAutofit/>
          </a:bodyPr>
          <a:lstStyle/>
          <a:p>
            <a:pPr indent="0" lvl="0" marL="0" rtl="0" algn="l">
              <a:lnSpc>
                <a:spcPct val="90000"/>
              </a:lnSpc>
              <a:spcBef>
                <a:spcPts val="0"/>
              </a:spcBef>
              <a:spcAft>
                <a:spcPts val="0"/>
              </a:spcAft>
              <a:buClr>
                <a:schemeClr val="dk1"/>
              </a:buClr>
              <a:buSzPts val="2400"/>
              <a:buNone/>
            </a:pPr>
            <a:r>
              <a:rPr lang="en-US" sz="2400"/>
              <a:t>5. Which phase focuses on identifying "what" the system should do, not "how" to do it?                                                                    A. OOD                                                                                          B. Coding                                                                                       C. OOA                                                                                           D. Testing</a:t>
            </a:r>
            <a:endParaRPr/>
          </a:p>
        </p:txBody>
      </p:sp>
      <p:sp>
        <p:nvSpPr>
          <p:cNvPr id="184" name="Google Shape;184;p21"/>
          <p:cNvSpPr txBox="1"/>
          <p:nvPr/>
        </p:nvSpPr>
        <p:spPr>
          <a:xfrm>
            <a:off x="696680" y="3701473"/>
            <a:ext cx="8687400" cy="4617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00"/>
              <a:buFont typeface="Arial"/>
              <a:buNone/>
            </a:pPr>
            <a:r>
              <a:rPr b="0" i="0" lang="en-US" sz="2400" u="none" cap="none" strike="noStrike">
                <a:solidFill>
                  <a:schemeClr val="dk1"/>
                </a:solidFill>
                <a:latin typeface="Arial"/>
                <a:ea typeface="Arial"/>
                <a:cs typeface="Arial"/>
                <a:sym typeface="Arial"/>
              </a:rPr>
              <a:t>Ans: C. OOA </a:t>
            </a:r>
            <a:endParaRPr b="0" i="0" sz="1400" u="none" cap="none" strike="noStrike">
              <a:solidFill>
                <a:srgbClr val="000000"/>
              </a:solidFill>
              <a:latin typeface="Arial"/>
              <a:ea typeface="Arial"/>
              <a:cs typeface="Arial"/>
              <a:sym typeface="Arial"/>
            </a:endParaRPr>
          </a:p>
        </p:txBody>
      </p:sp>
      <p:sp>
        <p:nvSpPr>
          <p:cNvPr id="185" name="Google Shape;185;p21"/>
          <p:cNvSpPr txBox="1"/>
          <p:nvPr/>
        </p:nvSpPr>
        <p:spPr>
          <a:xfrm>
            <a:off x="567093" y="4335940"/>
            <a:ext cx="8356200" cy="25860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00"/>
              <a:buFont typeface="Arial"/>
              <a:buNone/>
            </a:pPr>
            <a:r>
              <a:rPr b="0" i="0" lang="en-US" sz="2400" u="none" cap="none" strike="noStrike">
                <a:solidFill>
                  <a:schemeClr val="dk1"/>
                </a:solidFill>
                <a:latin typeface="Arial"/>
                <a:ea typeface="Arial"/>
                <a:cs typeface="Arial"/>
                <a:sym typeface="Arial"/>
              </a:rPr>
              <a:t>6. Which phase transforms requirements into a solution design using classes and objects?                                          A. OOA                                                                                   B. OOD                                                                                  C. Coding                                                                                       D. Deployment</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186" name="Google Shape;186;p21"/>
          <p:cNvSpPr txBox="1"/>
          <p:nvPr/>
        </p:nvSpPr>
        <p:spPr>
          <a:xfrm>
            <a:off x="504031" y="6673942"/>
            <a:ext cx="8687400" cy="4617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00"/>
              <a:buFont typeface="Arial"/>
              <a:buNone/>
            </a:pPr>
            <a:r>
              <a:rPr b="0" i="0" lang="en-US" sz="2400" u="none" cap="none" strike="noStrike">
                <a:solidFill>
                  <a:schemeClr val="dk1"/>
                </a:solidFill>
                <a:latin typeface="Arial"/>
                <a:ea typeface="Arial"/>
                <a:cs typeface="Arial"/>
                <a:sym typeface="Arial"/>
              </a:rPr>
              <a:t>Ans: B. OOD</a:t>
            </a:r>
            <a:endParaRPr b="0" i="0" sz="1400" u="none" cap="none" strike="noStrike">
              <a:solidFill>
                <a:srgbClr val="000000"/>
              </a:solidFill>
              <a:latin typeface="Arial"/>
              <a:ea typeface="Arial"/>
              <a:cs typeface="Arial"/>
              <a:sym typeface="A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83">
                                            <p:txEl>
                                              <p:pRg end="0" st="0"/>
                                            </p:txEl>
                                          </p:spTgt>
                                        </p:tgtEl>
                                        <p:attrNameLst>
                                          <p:attrName>style.visibility</p:attrName>
                                        </p:attrNameLst>
                                      </p:cBhvr>
                                      <p:to>
                                        <p:strVal val="visible"/>
                                      </p:to>
                                    </p:set>
                                    <p:animEffect filter="fade" transition="in">
                                      <p:cBhvr>
                                        <p:cTn dur="500"/>
                                        <p:tgtEl>
                                          <p:spTgt spid="183">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84"/>
                                        </p:tgtEl>
                                        <p:attrNameLst>
                                          <p:attrName>style.visibility</p:attrName>
                                        </p:attrNameLst>
                                      </p:cBhvr>
                                      <p:to>
                                        <p:strVal val="visible"/>
                                      </p:to>
                                    </p:set>
                                    <p:animEffect filter="fade" transition="in">
                                      <p:cBhvr>
                                        <p:cTn dur="500"/>
                                        <p:tgtEl>
                                          <p:spTgt spid="184"/>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85"/>
                                        </p:tgtEl>
                                        <p:attrNameLst>
                                          <p:attrName>style.visibility</p:attrName>
                                        </p:attrNameLst>
                                      </p:cBhvr>
                                      <p:to>
                                        <p:strVal val="visible"/>
                                      </p:to>
                                    </p:set>
                                    <p:animEffect filter="fade" transition="in">
                                      <p:cBhvr>
                                        <p:cTn dur="500"/>
                                        <p:tgtEl>
                                          <p:spTgt spid="185"/>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86"/>
                                        </p:tgtEl>
                                        <p:attrNameLst>
                                          <p:attrName>style.visibility</p:attrName>
                                        </p:attrNameLst>
                                      </p:cBhvr>
                                      <p:to>
                                        <p:strVal val="visible"/>
                                      </p:to>
                                    </p:set>
                                    <p:animEffect filter="fade" transition="in">
                                      <p:cBhvr>
                                        <p:cTn dur="500"/>
                                        <p:tgtEl>
                                          <p:spTgt spid="186"/>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0" name="Shape 190"/>
        <p:cNvGrpSpPr/>
        <p:nvPr/>
      </p:nvGrpSpPr>
      <p:grpSpPr>
        <a:xfrm>
          <a:off x="0" y="0"/>
          <a:ext cx="0" cy="0"/>
          <a:chOff x="0" y="0"/>
          <a:chExt cx="0" cy="0"/>
        </a:xfrm>
      </p:grpSpPr>
      <p:sp>
        <p:nvSpPr>
          <p:cNvPr id="191" name="Google Shape;191;p22"/>
          <p:cNvSpPr txBox="1"/>
          <p:nvPr>
            <p:ph type="title"/>
          </p:nvPr>
        </p:nvSpPr>
        <p:spPr>
          <a:xfrm>
            <a:off x="799155" y="2520917"/>
            <a:ext cx="8482314" cy="1258920"/>
          </a:xfrm>
          <a:prstGeom prst="rect">
            <a:avLst/>
          </a:prstGeom>
          <a:noFill/>
          <a:ln>
            <a:noFill/>
          </a:ln>
        </p:spPr>
        <p:txBody>
          <a:bodyPr anchorCtr="0" anchor="ctr" bIns="0" lIns="0" spcFirstLastPara="1" rIns="0" wrap="square" tIns="0">
            <a:noAutofit/>
          </a:bodyPr>
          <a:lstStyle/>
          <a:p>
            <a:pPr indent="0" lvl="0" marL="0" rtl="0" algn="ctr">
              <a:lnSpc>
                <a:spcPct val="90000"/>
              </a:lnSpc>
              <a:spcBef>
                <a:spcPts val="0"/>
              </a:spcBef>
              <a:spcAft>
                <a:spcPts val="0"/>
              </a:spcAft>
              <a:buClr>
                <a:schemeClr val="dk1"/>
              </a:buClr>
              <a:buSzPts val="5400"/>
              <a:buFont typeface="Arial"/>
              <a:buNone/>
            </a:pPr>
            <a:r>
              <a:rPr b="1" lang="en-US" sz="5400"/>
              <a:t>UML </a:t>
            </a:r>
            <a:br>
              <a:rPr b="1" lang="en-US" sz="5400"/>
            </a:br>
            <a:r>
              <a:rPr b="1" lang="en-US" sz="5400"/>
              <a:t>(Unified Modeling Language)</a:t>
            </a:r>
            <a:endParaRPr b="1" sz="5400"/>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6" name="Shape 196"/>
        <p:cNvGrpSpPr/>
        <p:nvPr/>
      </p:nvGrpSpPr>
      <p:grpSpPr>
        <a:xfrm>
          <a:off x="0" y="0"/>
          <a:ext cx="0" cy="0"/>
          <a:chOff x="0" y="0"/>
          <a:chExt cx="0" cy="0"/>
        </a:xfrm>
      </p:grpSpPr>
      <p:sp>
        <p:nvSpPr>
          <p:cNvPr id="197" name="Google Shape;197;g3f5f502d7d8_0_6"/>
          <p:cNvSpPr txBox="1"/>
          <p:nvPr>
            <p:ph type="title"/>
          </p:nvPr>
        </p:nvSpPr>
        <p:spPr>
          <a:xfrm>
            <a:off x="719280" y="301320"/>
            <a:ext cx="8851800" cy="1258800"/>
          </a:xfrm>
          <a:prstGeom prst="rect">
            <a:avLst/>
          </a:prstGeom>
        </p:spPr>
        <p:txBody>
          <a:bodyPr anchorCtr="0" anchor="ctr" bIns="0" lIns="0" spcFirstLastPara="1" rIns="0" wrap="square" tIns="0">
            <a:noAutofit/>
          </a:bodyPr>
          <a:lstStyle/>
          <a:p>
            <a:pPr indent="0" lvl="0" marL="0" rtl="0" algn="ctr">
              <a:spcBef>
                <a:spcPts val="0"/>
              </a:spcBef>
              <a:spcAft>
                <a:spcPts val="0"/>
              </a:spcAft>
              <a:buNone/>
            </a:pPr>
            <a:r>
              <a:rPr lang="en-US"/>
              <a:t>Content </a:t>
            </a:r>
            <a:endParaRPr/>
          </a:p>
        </p:txBody>
      </p:sp>
      <p:sp>
        <p:nvSpPr>
          <p:cNvPr id="198" name="Google Shape;198;g3f5f502d7d8_0_6"/>
          <p:cNvSpPr txBox="1"/>
          <p:nvPr>
            <p:ph idx="1" type="body"/>
          </p:nvPr>
        </p:nvSpPr>
        <p:spPr>
          <a:xfrm>
            <a:off x="252325" y="1805499"/>
            <a:ext cx="9576000" cy="5080500"/>
          </a:xfrm>
          <a:prstGeom prst="rect">
            <a:avLst/>
          </a:prstGeom>
        </p:spPr>
        <p:txBody>
          <a:bodyPr anchorCtr="0" anchor="t" bIns="0" lIns="0" spcFirstLastPara="1" rIns="0" wrap="square" tIns="0">
            <a:normAutofit fontScale="85000" lnSpcReduction="20000"/>
          </a:bodyPr>
          <a:lstStyle/>
          <a:p>
            <a:pPr indent="-325755" lvl="0" marL="457200" rtl="0" algn="l">
              <a:lnSpc>
                <a:spcPct val="200000"/>
              </a:lnSpc>
              <a:spcBef>
                <a:spcPts val="1000"/>
              </a:spcBef>
              <a:spcAft>
                <a:spcPts val="0"/>
              </a:spcAft>
              <a:buSzPct val="64286"/>
              <a:buAutoNum type="arabicPeriod"/>
            </a:pPr>
            <a:r>
              <a:rPr lang="en-US"/>
              <a:t> What is UML?</a:t>
            </a:r>
            <a:endParaRPr/>
          </a:p>
          <a:p>
            <a:pPr indent="-325755" lvl="0" marL="457200" rtl="0" algn="l">
              <a:lnSpc>
                <a:spcPct val="200000"/>
              </a:lnSpc>
              <a:spcBef>
                <a:spcPts val="0"/>
              </a:spcBef>
              <a:spcAft>
                <a:spcPts val="0"/>
              </a:spcAft>
              <a:buSzPct val="64286"/>
              <a:buAutoNum type="arabicPeriod"/>
            </a:pPr>
            <a:r>
              <a:rPr lang="en-US"/>
              <a:t>The birth of UML</a:t>
            </a:r>
            <a:endParaRPr/>
          </a:p>
          <a:p>
            <a:pPr indent="-325755" lvl="0" marL="457200" rtl="0" algn="l">
              <a:lnSpc>
                <a:spcPct val="200000"/>
              </a:lnSpc>
              <a:spcBef>
                <a:spcPts val="0"/>
              </a:spcBef>
              <a:spcAft>
                <a:spcPts val="0"/>
              </a:spcAft>
              <a:buSzPct val="64286"/>
              <a:buAutoNum type="arabicPeriod"/>
            </a:pPr>
            <a:r>
              <a:rPr lang="en-US"/>
              <a:t>MDA – the future of UML</a:t>
            </a:r>
            <a:endParaRPr/>
          </a:p>
          <a:p>
            <a:pPr indent="-325755" lvl="0" marL="457200" rtl="0" algn="l">
              <a:lnSpc>
                <a:spcPct val="200000"/>
              </a:lnSpc>
              <a:spcBef>
                <a:spcPts val="0"/>
              </a:spcBef>
              <a:spcAft>
                <a:spcPts val="0"/>
              </a:spcAft>
              <a:buSzPct val="64286"/>
              <a:buAutoNum type="arabicPeriod"/>
            </a:pPr>
            <a:r>
              <a:rPr lang="en-US"/>
              <a:t>Objects and UML</a:t>
            </a:r>
            <a:endParaRPr/>
          </a:p>
          <a:p>
            <a:pPr indent="-325755" lvl="0" marL="457200" rtl="0" algn="l">
              <a:lnSpc>
                <a:spcPct val="200000"/>
              </a:lnSpc>
              <a:spcBef>
                <a:spcPts val="0"/>
              </a:spcBef>
              <a:spcAft>
                <a:spcPts val="0"/>
              </a:spcAft>
              <a:buSzPct val="64286"/>
              <a:buAutoNum type="arabicPeriod"/>
            </a:pPr>
            <a:r>
              <a:rPr lang="en-US"/>
              <a:t>UML Structure</a:t>
            </a:r>
            <a:endParaRPr/>
          </a:p>
          <a:p>
            <a:pPr indent="-325755" lvl="0" marL="457200" rtl="0" algn="l">
              <a:lnSpc>
                <a:spcPct val="200000"/>
              </a:lnSpc>
              <a:spcBef>
                <a:spcPts val="0"/>
              </a:spcBef>
              <a:spcAft>
                <a:spcPts val="0"/>
              </a:spcAft>
              <a:buSzPct val="64286"/>
              <a:buAutoNum type="arabicPeriod"/>
            </a:pPr>
            <a:r>
              <a:rPr lang="en-US"/>
              <a:t> UML building blocks</a:t>
            </a:r>
            <a:endParaRPr/>
          </a:p>
          <a:p>
            <a:pPr indent="-325755" lvl="0" marL="457200" rtl="0" algn="l">
              <a:lnSpc>
                <a:spcPct val="200000"/>
              </a:lnSpc>
              <a:spcBef>
                <a:spcPts val="0"/>
              </a:spcBef>
              <a:spcAft>
                <a:spcPts val="0"/>
              </a:spcAft>
              <a:buSzPct val="64286"/>
              <a:buAutoNum type="arabicPeriod"/>
            </a:pPr>
            <a:r>
              <a:rPr lang="en-US"/>
              <a:t>UML common mechanism</a:t>
            </a:r>
            <a:endParaRPr/>
          </a:p>
          <a:p>
            <a:pPr indent="-325755" lvl="0" marL="457200" rtl="0" algn="l">
              <a:lnSpc>
                <a:spcPct val="200000"/>
              </a:lnSpc>
              <a:spcBef>
                <a:spcPts val="0"/>
              </a:spcBef>
              <a:spcAft>
                <a:spcPts val="0"/>
              </a:spcAft>
              <a:buSzPct val="64286"/>
              <a:buAutoNum type="arabicPeriod"/>
            </a:pPr>
            <a:r>
              <a:rPr lang="en-US"/>
              <a:t>Architecture</a:t>
            </a:r>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2" name="Shape 202"/>
        <p:cNvGrpSpPr/>
        <p:nvPr/>
      </p:nvGrpSpPr>
      <p:grpSpPr>
        <a:xfrm>
          <a:off x="0" y="0"/>
          <a:ext cx="0" cy="0"/>
          <a:chOff x="0" y="0"/>
          <a:chExt cx="0" cy="0"/>
        </a:xfrm>
      </p:grpSpPr>
      <p:sp>
        <p:nvSpPr>
          <p:cNvPr id="203" name="Google Shape;203;p23"/>
          <p:cNvSpPr txBox="1"/>
          <p:nvPr>
            <p:ph type="title"/>
          </p:nvPr>
        </p:nvSpPr>
        <p:spPr>
          <a:xfrm>
            <a:off x="504031" y="390226"/>
            <a:ext cx="8482314" cy="1258920"/>
          </a:xfrm>
          <a:prstGeom prst="rect">
            <a:avLst/>
          </a:prstGeom>
          <a:noFill/>
          <a:ln>
            <a:noFill/>
          </a:ln>
        </p:spPr>
        <p:txBody>
          <a:bodyPr anchorCtr="0" anchor="ctr" bIns="0" lIns="0" spcFirstLastPara="1" rIns="0" wrap="square" tIns="0">
            <a:noAutofit/>
          </a:bodyPr>
          <a:lstStyle/>
          <a:p>
            <a:pPr indent="0" lvl="0" marL="0" rtl="0" algn="ctr">
              <a:lnSpc>
                <a:spcPct val="90000"/>
              </a:lnSpc>
              <a:spcBef>
                <a:spcPts val="0"/>
              </a:spcBef>
              <a:spcAft>
                <a:spcPts val="0"/>
              </a:spcAft>
              <a:buClr>
                <a:schemeClr val="dk1"/>
              </a:buClr>
              <a:buSzPts val="4400"/>
              <a:buFont typeface="Arial"/>
              <a:buNone/>
            </a:pPr>
            <a:r>
              <a:rPr lang="en-US"/>
              <a:t>What is </a:t>
            </a:r>
            <a:r>
              <a:rPr lang="en-US"/>
              <a:t>a model?</a:t>
            </a:r>
            <a:endParaRPr/>
          </a:p>
        </p:txBody>
      </p:sp>
      <p:sp>
        <p:nvSpPr>
          <p:cNvPr id="204" name="Google Shape;204;p23"/>
          <p:cNvSpPr txBox="1"/>
          <p:nvPr>
            <p:ph idx="4294967295" type="body"/>
          </p:nvPr>
        </p:nvSpPr>
        <p:spPr>
          <a:xfrm>
            <a:off x="292475" y="1824975"/>
            <a:ext cx="9573900" cy="5543100"/>
          </a:xfrm>
          <a:prstGeom prst="rect">
            <a:avLst/>
          </a:prstGeom>
          <a:noFill/>
          <a:ln>
            <a:noFill/>
          </a:ln>
        </p:spPr>
        <p:txBody>
          <a:bodyPr anchorCtr="0" anchor="t" bIns="50375" lIns="100775" spcFirstLastPara="1" rIns="100775" wrap="square" tIns="50375">
            <a:normAutofit fontScale="85000" lnSpcReduction="20000"/>
          </a:bodyPr>
          <a:lstStyle/>
          <a:p>
            <a:pPr indent="-179800" lvl="0" marL="228600" rtl="0" algn="l">
              <a:lnSpc>
                <a:spcPct val="100000"/>
              </a:lnSpc>
              <a:spcBef>
                <a:spcPts val="200"/>
              </a:spcBef>
              <a:spcAft>
                <a:spcPts val="0"/>
              </a:spcAft>
              <a:buClr>
                <a:schemeClr val="dk1"/>
              </a:buClr>
              <a:buSzPct val="100000"/>
              <a:buChar char="•"/>
            </a:pPr>
            <a:r>
              <a:rPr lang="en-US" sz="2390"/>
              <a:t>A model is a simplified or abstract representation of a real-world system. It helps us understand, analyse, communicate, and test different aspects of a system before it is actually built.</a:t>
            </a:r>
            <a:endParaRPr sz="2390"/>
          </a:p>
          <a:p>
            <a:pPr indent="0" lvl="0" marL="457200" rtl="0" algn="l">
              <a:lnSpc>
                <a:spcPct val="100000"/>
              </a:lnSpc>
              <a:spcBef>
                <a:spcPts val="200"/>
              </a:spcBef>
              <a:spcAft>
                <a:spcPts val="0"/>
              </a:spcAft>
              <a:buSzPct val="42573"/>
              <a:buNone/>
            </a:pPr>
            <a:r>
              <a:t/>
            </a:r>
            <a:endParaRPr sz="2390"/>
          </a:p>
          <a:p>
            <a:pPr indent="-179800" lvl="0" marL="228600" rtl="0" algn="l">
              <a:lnSpc>
                <a:spcPct val="100000"/>
              </a:lnSpc>
              <a:spcBef>
                <a:spcPts val="200"/>
              </a:spcBef>
              <a:spcAft>
                <a:spcPts val="0"/>
              </a:spcAft>
              <a:buClr>
                <a:schemeClr val="dk1"/>
              </a:buClr>
              <a:buSzPct val="100000"/>
              <a:buChar char="•"/>
            </a:pPr>
            <a:r>
              <a:rPr lang="en-US" sz="2390"/>
              <a:t>Instead of dealing with all the complexities of a system, a model focuses only on the important details required for a particular purpose.</a:t>
            </a:r>
            <a:endParaRPr sz="2390"/>
          </a:p>
          <a:p>
            <a:pPr indent="-50800" lvl="0" marL="228600" rtl="0" algn="l">
              <a:lnSpc>
                <a:spcPct val="100000"/>
              </a:lnSpc>
              <a:spcBef>
                <a:spcPts val="200"/>
              </a:spcBef>
              <a:spcAft>
                <a:spcPts val="0"/>
              </a:spcAft>
              <a:buClr>
                <a:schemeClr val="dk1"/>
              </a:buClr>
              <a:buSzPct val="108368"/>
              <a:buNone/>
            </a:pPr>
            <a:r>
              <a:t/>
            </a:r>
            <a:endParaRPr sz="2390"/>
          </a:p>
          <a:p>
            <a:pPr indent="0" lvl="0" marL="0" rtl="0" algn="l">
              <a:lnSpc>
                <a:spcPct val="100000"/>
              </a:lnSpc>
              <a:spcBef>
                <a:spcPts val="200"/>
              </a:spcBef>
              <a:spcAft>
                <a:spcPts val="0"/>
              </a:spcAft>
              <a:buClr>
                <a:schemeClr val="dk1"/>
              </a:buClr>
              <a:buSzPct val="108368"/>
              <a:buNone/>
            </a:pPr>
            <a:r>
              <a:rPr b="1" lang="en-US" sz="2390"/>
              <a:t>Types of Models</a:t>
            </a:r>
            <a:r>
              <a:rPr lang="en-US" sz="2390"/>
              <a:t>– </a:t>
            </a:r>
            <a:endParaRPr sz="2390"/>
          </a:p>
          <a:p>
            <a:pPr indent="-419195" lvl="0" marL="457200" rtl="0" algn="l">
              <a:lnSpc>
                <a:spcPct val="100000"/>
              </a:lnSpc>
              <a:spcBef>
                <a:spcPts val="200"/>
              </a:spcBef>
              <a:spcAft>
                <a:spcPts val="0"/>
              </a:spcAft>
              <a:buClr>
                <a:schemeClr val="dk1"/>
              </a:buClr>
              <a:buSzPct val="108368"/>
              <a:buAutoNum type="arabicPeriod"/>
            </a:pPr>
            <a:r>
              <a:rPr b="1" lang="en-US" sz="2390"/>
              <a:t>Computational </a:t>
            </a:r>
            <a:r>
              <a:rPr b="1" lang="en-US" sz="2390"/>
              <a:t>Models </a:t>
            </a:r>
            <a:r>
              <a:rPr lang="en-US" sz="2390"/>
              <a:t>– represents</a:t>
            </a:r>
            <a:r>
              <a:rPr lang="en-US" sz="2090"/>
              <a:t> </a:t>
            </a:r>
            <a:r>
              <a:rPr lang="en-US" sz="2350"/>
              <a:t>how a system behaves or performs computations</a:t>
            </a:r>
            <a:endParaRPr sz="2350"/>
          </a:p>
          <a:p>
            <a:pPr indent="0" lvl="0" marL="457200" rtl="0" algn="l">
              <a:lnSpc>
                <a:spcPct val="100000"/>
              </a:lnSpc>
              <a:spcBef>
                <a:spcPts val="200"/>
              </a:spcBef>
              <a:spcAft>
                <a:spcPts val="0"/>
              </a:spcAft>
              <a:buSzPct val="43298"/>
              <a:buNone/>
            </a:pPr>
            <a:r>
              <a:rPr lang="en-US" sz="2350"/>
              <a:t>Examples: Flowcharts, Algorithms, Machine Learning models</a:t>
            </a:r>
            <a:endParaRPr sz="2350"/>
          </a:p>
          <a:p>
            <a:pPr indent="0" lvl="0" marL="457200" rtl="0" algn="l">
              <a:lnSpc>
                <a:spcPct val="100000"/>
              </a:lnSpc>
              <a:spcBef>
                <a:spcPts val="200"/>
              </a:spcBef>
              <a:spcAft>
                <a:spcPts val="0"/>
              </a:spcAft>
              <a:buSzPct val="43298"/>
              <a:buNone/>
            </a:pPr>
            <a:r>
              <a:t/>
            </a:r>
            <a:endParaRPr sz="2350"/>
          </a:p>
          <a:p>
            <a:pPr indent="-408400" lvl="0" marL="457200" rtl="0" algn="l">
              <a:lnSpc>
                <a:spcPct val="100000"/>
              </a:lnSpc>
              <a:spcBef>
                <a:spcPts val="200"/>
              </a:spcBef>
              <a:spcAft>
                <a:spcPts val="0"/>
              </a:spcAft>
              <a:buClr>
                <a:schemeClr val="dk1"/>
              </a:buClr>
              <a:buSzPct val="100000"/>
              <a:buAutoNum type="arabicPeriod"/>
            </a:pPr>
            <a:r>
              <a:rPr b="1" lang="en-US" sz="2390"/>
              <a:t>Analytical Models </a:t>
            </a:r>
            <a:r>
              <a:rPr lang="en-US" sz="2390"/>
              <a:t>- Analyze and evaluate the behaviour, performance, and efficiency of a system.</a:t>
            </a:r>
            <a:endParaRPr sz="2390"/>
          </a:p>
          <a:p>
            <a:pPr indent="0" lvl="0" marL="457200" rtl="0" algn="l">
              <a:lnSpc>
                <a:spcPct val="100000"/>
              </a:lnSpc>
              <a:spcBef>
                <a:spcPts val="200"/>
              </a:spcBef>
              <a:spcAft>
                <a:spcPts val="0"/>
              </a:spcAft>
              <a:buNone/>
            </a:pPr>
            <a:r>
              <a:rPr lang="en-US" sz="2390"/>
              <a:t>Examples: Performance analysis, Time complexity analysis, Network analysis</a:t>
            </a:r>
            <a:endParaRPr sz="2390"/>
          </a:p>
          <a:p>
            <a:pPr indent="0" lvl="0" marL="457200" rtl="0" algn="l">
              <a:lnSpc>
                <a:spcPct val="100000"/>
              </a:lnSpc>
              <a:spcBef>
                <a:spcPts val="200"/>
              </a:spcBef>
              <a:spcAft>
                <a:spcPts val="0"/>
              </a:spcAft>
              <a:buNone/>
            </a:pPr>
            <a:r>
              <a:t/>
            </a:r>
            <a:endParaRPr sz="2390"/>
          </a:p>
          <a:p>
            <a:pPr indent="-408400" lvl="0" marL="457200" rtl="0" algn="l">
              <a:lnSpc>
                <a:spcPct val="100000"/>
              </a:lnSpc>
              <a:spcBef>
                <a:spcPts val="200"/>
              </a:spcBef>
              <a:spcAft>
                <a:spcPts val="0"/>
              </a:spcAft>
              <a:buClr>
                <a:schemeClr val="dk1"/>
              </a:buClr>
              <a:buSzPct val="100000"/>
              <a:buAutoNum type="arabicPeriod"/>
            </a:pPr>
            <a:r>
              <a:rPr b="1" lang="en-US" sz="2390"/>
              <a:t>Descriptive Models</a:t>
            </a:r>
            <a:r>
              <a:rPr lang="en-US" sz="2390"/>
              <a:t> - Describe the structure and behaviour of a system.</a:t>
            </a:r>
            <a:endParaRPr sz="2390"/>
          </a:p>
          <a:p>
            <a:pPr indent="0" lvl="0" marL="457200" rtl="0" algn="l">
              <a:lnSpc>
                <a:spcPct val="100000"/>
              </a:lnSpc>
              <a:spcBef>
                <a:spcPts val="200"/>
              </a:spcBef>
              <a:spcAft>
                <a:spcPts val="0"/>
              </a:spcAft>
              <a:buNone/>
            </a:pPr>
            <a:r>
              <a:rPr lang="en-US" sz="2390"/>
              <a:t>Examples: UML diagrams, Use Case Diagrams, Class Diagrams, Activity Diagram</a:t>
            </a:r>
            <a:r>
              <a:rPr lang="en-US" sz="2390"/>
              <a:t>s</a:t>
            </a:r>
            <a:endParaRPr sz="2390"/>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8" name="Shape 208"/>
        <p:cNvGrpSpPr/>
        <p:nvPr/>
      </p:nvGrpSpPr>
      <p:grpSpPr>
        <a:xfrm>
          <a:off x="0" y="0"/>
          <a:ext cx="0" cy="0"/>
          <a:chOff x="0" y="0"/>
          <a:chExt cx="0" cy="0"/>
        </a:xfrm>
      </p:grpSpPr>
      <p:sp>
        <p:nvSpPr>
          <p:cNvPr id="209" name="Google Shape;209;p24"/>
          <p:cNvSpPr txBox="1"/>
          <p:nvPr>
            <p:ph type="title"/>
          </p:nvPr>
        </p:nvSpPr>
        <p:spPr>
          <a:xfrm>
            <a:off x="504031" y="390226"/>
            <a:ext cx="8482314" cy="1258920"/>
          </a:xfrm>
          <a:prstGeom prst="rect">
            <a:avLst/>
          </a:prstGeom>
          <a:noFill/>
          <a:ln>
            <a:noFill/>
          </a:ln>
        </p:spPr>
        <p:txBody>
          <a:bodyPr anchorCtr="0" anchor="ctr" bIns="0" lIns="0" spcFirstLastPara="1" rIns="0" wrap="square" tIns="0">
            <a:noAutofit/>
          </a:bodyPr>
          <a:lstStyle/>
          <a:p>
            <a:pPr indent="0" lvl="0" marL="0" rtl="0" algn="ctr">
              <a:lnSpc>
                <a:spcPct val="90000"/>
              </a:lnSpc>
              <a:spcBef>
                <a:spcPts val="0"/>
              </a:spcBef>
              <a:spcAft>
                <a:spcPts val="0"/>
              </a:spcAft>
              <a:buClr>
                <a:schemeClr val="dk1"/>
              </a:buClr>
              <a:buSzPts val="4400"/>
              <a:buFont typeface="Arial"/>
              <a:buNone/>
            </a:pPr>
            <a:r>
              <a:rPr lang="en-US"/>
              <a:t>What is UML</a:t>
            </a:r>
            <a:endParaRPr/>
          </a:p>
        </p:txBody>
      </p:sp>
      <p:sp>
        <p:nvSpPr>
          <p:cNvPr id="210" name="Google Shape;210;p24"/>
          <p:cNvSpPr txBox="1"/>
          <p:nvPr>
            <p:ph idx="4294967295" type="body"/>
          </p:nvPr>
        </p:nvSpPr>
        <p:spPr>
          <a:xfrm>
            <a:off x="504031" y="1763924"/>
            <a:ext cx="9072563" cy="5375769"/>
          </a:xfrm>
          <a:prstGeom prst="rect">
            <a:avLst/>
          </a:prstGeom>
          <a:noFill/>
          <a:ln>
            <a:noFill/>
          </a:ln>
        </p:spPr>
        <p:txBody>
          <a:bodyPr anchorCtr="0" anchor="t" bIns="50375" lIns="100775" spcFirstLastPara="1" rIns="100775" wrap="square" tIns="50375">
            <a:normAutofit lnSpcReduction="20000"/>
          </a:bodyPr>
          <a:lstStyle/>
          <a:p>
            <a:pPr indent="-228600" lvl="0" marL="228600" rtl="0" algn="l">
              <a:lnSpc>
                <a:spcPct val="90000"/>
              </a:lnSpc>
              <a:spcBef>
                <a:spcPts val="0"/>
              </a:spcBef>
              <a:spcAft>
                <a:spcPts val="0"/>
              </a:spcAft>
              <a:buClr>
                <a:schemeClr val="dk1"/>
              </a:buClr>
              <a:buSzPts val="2400"/>
              <a:buChar char="•"/>
            </a:pPr>
            <a:r>
              <a:rPr lang="en-US" sz="2400"/>
              <a:t>UML stands for Unified Modeling Language.</a:t>
            </a:r>
            <a:endParaRPr/>
          </a:p>
          <a:p>
            <a:pPr indent="0" lvl="0" marL="0" rtl="0" algn="l">
              <a:lnSpc>
                <a:spcPct val="90000"/>
              </a:lnSpc>
              <a:spcBef>
                <a:spcPts val="1000"/>
              </a:spcBef>
              <a:spcAft>
                <a:spcPts val="0"/>
              </a:spcAft>
              <a:buClr>
                <a:schemeClr val="dk1"/>
              </a:buClr>
              <a:buSzPts val="2400"/>
              <a:buNone/>
            </a:pPr>
            <a:r>
              <a:t/>
            </a:r>
            <a:endParaRPr sz="2400"/>
          </a:p>
          <a:p>
            <a:pPr indent="-228600" lvl="0" marL="228600" rtl="0" algn="l">
              <a:lnSpc>
                <a:spcPct val="90000"/>
              </a:lnSpc>
              <a:spcBef>
                <a:spcPts val="1000"/>
              </a:spcBef>
              <a:spcAft>
                <a:spcPts val="0"/>
              </a:spcAft>
              <a:buClr>
                <a:schemeClr val="dk1"/>
              </a:buClr>
              <a:buSzPts val="2400"/>
              <a:buChar char="•"/>
            </a:pPr>
            <a:r>
              <a:rPr lang="en-US" sz="2400"/>
              <a:t>UML is a standard visual </a:t>
            </a:r>
            <a:r>
              <a:rPr lang="en-US" sz="2400"/>
              <a:t>language/ </a:t>
            </a:r>
            <a:r>
              <a:rPr lang="en-US" sz="2400"/>
              <a:t>Graphical </a:t>
            </a:r>
            <a:r>
              <a:rPr lang="en-US" sz="2400"/>
              <a:t>language</a:t>
            </a:r>
            <a:r>
              <a:rPr lang="en-US" sz="2400"/>
              <a:t> used to:</a:t>
            </a:r>
            <a:endParaRPr/>
          </a:p>
          <a:p>
            <a:pPr indent="-228600" lvl="1" marL="685800" rtl="0" algn="l">
              <a:lnSpc>
                <a:spcPct val="90000"/>
              </a:lnSpc>
              <a:spcBef>
                <a:spcPts val="500"/>
              </a:spcBef>
              <a:spcAft>
                <a:spcPts val="0"/>
              </a:spcAft>
              <a:buClr>
                <a:schemeClr val="dk1"/>
              </a:buClr>
              <a:buSzPts val="2000"/>
              <a:buChar char="•"/>
            </a:pPr>
            <a:r>
              <a:rPr lang="en-US" sz="2000"/>
              <a:t>Model (visualize) the structure and behavior of a software system</a:t>
            </a:r>
            <a:endParaRPr/>
          </a:p>
          <a:p>
            <a:pPr indent="-228600" lvl="1" marL="685800" rtl="0" algn="l">
              <a:lnSpc>
                <a:spcPct val="90000"/>
              </a:lnSpc>
              <a:spcBef>
                <a:spcPts val="500"/>
              </a:spcBef>
              <a:spcAft>
                <a:spcPts val="0"/>
              </a:spcAft>
              <a:buClr>
                <a:schemeClr val="dk1"/>
              </a:buClr>
              <a:buSzPts val="2000"/>
              <a:buChar char="•"/>
            </a:pPr>
            <a:r>
              <a:rPr lang="en-US" sz="2000"/>
              <a:t>Document system design before actual coding</a:t>
            </a:r>
            <a:endParaRPr/>
          </a:p>
          <a:p>
            <a:pPr indent="-228600" lvl="1" marL="685800" rtl="0" algn="l">
              <a:lnSpc>
                <a:spcPct val="90000"/>
              </a:lnSpc>
              <a:spcBef>
                <a:spcPts val="500"/>
              </a:spcBef>
              <a:spcAft>
                <a:spcPts val="0"/>
              </a:spcAft>
              <a:buClr>
                <a:schemeClr val="dk1"/>
              </a:buClr>
              <a:buSzPts val="2000"/>
              <a:buChar char="•"/>
            </a:pPr>
            <a:r>
              <a:rPr lang="en-US" sz="2000"/>
              <a:t>Help teams communicate design ideas clearly</a:t>
            </a:r>
            <a:endParaRPr/>
          </a:p>
          <a:p>
            <a:pPr indent="0" lvl="1" marL="457200" rtl="0" algn="l">
              <a:lnSpc>
                <a:spcPct val="90000"/>
              </a:lnSpc>
              <a:spcBef>
                <a:spcPts val="500"/>
              </a:spcBef>
              <a:spcAft>
                <a:spcPts val="0"/>
              </a:spcAft>
              <a:buClr>
                <a:schemeClr val="dk1"/>
              </a:buClr>
              <a:buSzPts val="2400"/>
              <a:buNone/>
            </a:pPr>
            <a:r>
              <a:t/>
            </a:r>
            <a:endParaRPr sz="2400"/>
          </a:p>
          <a:p>
            <a:pPr indent="-228600" lvl="0" marL="228600" rtl="0" algn="l">
              <a:lnSpc>
                <a:spcPct val="90000"/>
              </a:lnSpc>
              <a:spcBef>
                <a:spcPts val="1000"/>
              </a:spcBef>
              <a:spcAft>
                <a:spcPts val="0"/>
              </a:spcAft>
              <a:buClr>
                <a:schemeClr val="dk1"/>
              </a:buClr>
              <a:buSzPts val="2400"/>
              <a:buChar char="•"/>
            </a:pPr>
            <a:r>
              <a:rPr lang="en-US" sz="2400"/>
              <a:t>It is based on standards controlled </a:t>
            </a:r>
            <a:r>
              <a:rPr b="1" lang="en-US" sz="2400"/>
              <a:t>by Object Management Group (OMG).</a:t>
            </a:r>
            <a:endParaRPr/>
          </a:p>
          <a:p>
            <a:pPr indent="-76200" lvl="0" marL="228600" rtl="0" algn="l">
              <a:lnSpc>
                <a:spcPct val="90000"/>
              </a:lnSpc>
              <a:spcBef>
                <a:spcPts val="1000"/>
              </a:spcBef>
              <a:spcAft>
                <a:spcPts val="0"/>
              </a:spcAft>
              <a:buClr>
                <a:schemeClr val="dk1"/>
              </a:buClr>
              <a:buSzPts val="2400"/>
              <a:buNone/>
            </a:pPr>
            <a:r>
              <a:t/>
            </a:r>
            <a:endParaRPr sz="2400"/>
          </a:p>
          <a:p>
            <a:pPr indent="-228600" lvl="0" marL="228600" rtl="0" algn="l">
              <a:lnSpc>
                <a:spcPct val="90000"/>
              </a:lnSpc>
              <a:spcBef>
                <a:spcPts val="1000"/>
              </a:spcBef>
              <a:spcAft>
                <a:spcPts val="0"/>
              </a:spcAft>
              <a:buClr>
                <a:schemeClr val="dk1"/>
              </a:buClr>
              <a:buSzPts val="2400"/>
              <a:buChar char="•"/>
            </a:pPr>
            <a:r>
              <a:rPr lang="en-US" sz="2400"/>
              <a:t>UML is like a blueprint or map for software. Just like architects use building plans before construction, software engineers use UML diagrams before writing code.</a:t>
            </a:r>
            <a:endParaRPr/>
          </a:p>
          <a:p>
            <a:pPr indent="0" lvl="1" marL="457200" rtl="0" algn="l">
              <a:lnSpc>
                <a:spcPct val="90000"/>
              </a:lnSpc>
              <a:spcBef>
                <a:spcPts val="500"/>
              </a:spcBef>
              <a:spcAft>
                <a:spcPts val="0"/>
              </a:spcAft>
              <a:buClr>
                <a:schemeClr val="dk1"/>
              </a:buClr>
              <a:buSzPts val="2000"/>
              <a:buNone/>
            </a:pPr>
            <a:r>
              <a:t/>
            </a:r>
            <a:endParaRPr sz="2000"/>
          </a:p>
          <a:p>
            <a:pPr indent="0" lvl="1" marL="457200" rtl="0" algn="l">
              <a:lnSpc>
                <a:spcPct val="90000"/>
              </a:lnSpc>
              <a:spcBef>
                <a:spcPts val="500"/>
              </a:spcBef>
              <a:spcAft>
                <a:spcPts val="0"/>
              </a:spcAft>
              <a:buClr>
                <a:schemeClr val="dk1"/>
              </a:buClr>
              <a:buSzPts val="2000"/>
              <a:buNone/>
            </a:pPr>
            <a:r>
              <a:t/>
            </a:r>
            <a:endParaRPr sz="2000"/>
          </a:p>
          <a:p>
            <a:pPr indent="0" lvl="1" marL="457200" rtl="0" algn="l">
              <a:lnSpc>
                <a:spcPct val="90000"/>
              </a:lnSpc>
              <a:spcBef>
                <a:spcPts val="500"/>
              </a:spcBef>
              <a:spcAft>
                <a:spcPts val="0"/>
              </a:spcAft>
              <a:buClr>
                <a:schemeClr val="dk1"/>
              </a:buClr>
              <a:buSzPts val="2000"/>
              <a:buNone/>
            </a:pPr>
            <a:r>
              <a:t/>
            </a:r>
            <a:endParaRPr sz="2000"/>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4" name="Shape 214"/>
        <p:cNvGrpSpPr/>
        <p:nvPr/>
      </p:nvGrpSpPr>
      <p:grpSpPr>
        <a:xfrm>
          <a:off x="0" y="0"/>
          <a:ext cx="0" cy="0"/>
          <a:chOff x="0" y="0"/>
          <a:chExt cx="0" cy="0"/>
        </a:xfrm>
      </p:grpSpPr>
      <p:sp>
        <p:nvSpPr>
          <p:cNvPr id="215" name="Google Shape;215;p25"/>
          <p:cNvSpPr txBox="1"/>
          <p:nvPr>
            <p:ph type="title"/>
          </p:nvPr>
        </p:nvSpPr>
        <p:spPr>
          <a:xfrm>
            <a:off x="719280" y="301320"/>
            <a:ext cx="8851680" cy="1258920"/>
          </a:xfrm>
          <a:prstGeom prst="rect">
            <a:avLst/>
          </a:prstGeom>
          <a:noFill/>
          <a:ln>
            <a:noFill/>
          </a:ln>
        </p:spPr>
        <p:txBody>
          <a:bodyPr anchorCtr="0" anchor="ctr" bIns="0" lIns="0" spcFirstLastPara="1" rIns="0" wrap="square" tIns="0">
            <a:noAutofit/>
          </a:bodyPr>
          <a:lstStyle/>
          <a:p>
            <a:pPr indent="0" lvl="0" marL="0" rtl="0" algn="ctr">
              <a:lnSpc>
                <a:spcPct val="90000"/>
              </a:lnSpc>
              <a:spcBef>
                <a:spcPts val="0"/>
              </a:spcBef>
              <a:spcAft>
                <a:spcPts val="0"/>
              </a:spcAft>
              <a:buClr>
                <a:schemeClr val="dk1"/>
              </a:buClr>
              <a:buSzPts val="4400"/>
              <a:buFont typeface="Arial"/>
              <a:buNone/>
            </a:pPr>
            <a:r>
              <a:rPr lang="en-US"/>
              <a:t>Visual Language</a:t>
            </a:r>
            <a:endParaRPr/>
          </a:p>
        </p:txBody>
      </p:sp>
      <p:sp>
        <p:nvSpPr>
          <p:cNvPr id="216" name="Google Shape;216;p25"/>
          <p:cNvSpPr txBox="1"/>
          <p:nvPr>
            <p:ph idx="1" type="body"/>
          </p:nvPr>
        </p:nvSpPr>
        <p:spPr>
          <a:xfrm>
            <a:off x="509675" y="1395350"/>
            <a:ext cx="9124800" cy="2042700"/>
          </a:xfrm>
          <a:prstGeom prst="rect">
            <a:avLst/>
          </a:prstGeom>
          <a:noFill/>
          <a:ln>
            <a:noFill/>
          </a:ln>
        </p:spPr>
        <p:txBody>
          <a:bodyPr anchorCtr="0" anchor="ctr" bIns="0" lIns="0" spcFirstLastPara="1" rIns="0" wrap="square" tIns="0">
            <a:normAutofit/>
          </a:bodyPr>
          <a:lstStyle/>
          <a:p>
            <a:pPr indent="0" lvl="0" marL="0" marR="0" rtl="0" algn="l">
              <a:lnSpc>
                <a:spcPct val="100000"/>
              </a:lnSpc>
              <a:spcBef>
                <a:spcPts val="0"/>
              </a:spcBef>
              <a:spcAft>
                <a:spcPts val="0"/>
              </a:spcAft>
              <a:buClr>
                <a:schemeClr val="dk1"/>
              </a:buClr>
              <a:buSzPts val="2800"/>
              <a:buFont typeface="Arial"/>
              <a:buNone/>
            </a:pPr>
            <a:r>
              <a:rPr b="0" i="0" lang="en-US" sz="2800" u="none" cap="none" strike="noStrike">
                <a:solidFill>
                  <a:schemeClr val="dk1"/>
                </a:solidFill>
                <a:latin typeface="Arial"/>
                <a:ea typeface="Arial"/>
                <a:cs typeface="Arial"/>
                <a:sym typeface="Arial"/>
              </a:rPr>
              <a:t>Visual language  refers to a system of communication that uses visual elements—such as images, symbols, colors, layout, and design—to convey meaning, ideas, and emotions without (or with minimal) use of words.</a:t>
            </a:r>
            <a:endParaRPr/>
          </a:p>
        </p:txBody>
      </p:sp>
      <p:pic>
        <p:nvPicPr>
          <p:cNvPr id="217" name="Google Shape;217;p25"/>
          <p:cNvPicPr preferRelativeResize="0"/>
          <p:nvPr/>
        </p:nvPicPr>
        <p:blipFill>
          <a:blip r:embed="rId3">
            <a:alphaModFix/>
          </a:blip>
          <a:stretch>
            <a:fillRect/>
          </a:stretch>
        </p:blipFill>
        <p:spPr>
          <a:xfrm>
            <a:off x="719275" y="3625150"/>
            <a:ext cx="7789653" cy="3475125"/>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1" name="Shape 221"/>
        <p:cNvGrpSpPr/>
        <p:nvPr/>
      </p:nvGrpSpPr>
      <p:grpSpPr>
        <a:xfrm>
          <a:off x="0" y="0"/>
          <a:ext cx="0" cy="0"/>
          <a:chOff x="0" y="0"/>
          <a:chExt cx="0" cy="0"/>
        </a:xfrm>
      </p:grpSpPr>
      <p:sp>
        <p:nvSpPr>
          <p:cNvPr id="222" name="Google Shape;222;p26"/>
          <p:cNvSpPr txBox="1"/>
          <p:nvPr>
            <p:ph type="title"/>
          </p:nvPr>
        </p:nvSpPr>
        <p:spPr>
          <a:xfrm>
            <a:off x="719280" y="301320"/>
            <a:ext cx="8851680" cy="1258920"/>
          </a:xfrm>
          <a:prstGeom prst="rect">
            <a:avLst/>
          </a:prstGeom>
          <a:noFill/>
          <a:ln>
            <a:noFill/>
          </a:ln>
        </p:spPr>
        <p:txBody>
          <a:bodyPr anchorCtr="0" anchor="ctr" bIns="0" lIns="0" spcFirstLastPara="1" rIns="0" wrap="square" tIns="0">
            <a:noAutofit/>
          </a:bodyPr>
          <a:lstStyle/>
          <a:p>
            <a:pPr indent="0" lvl="0" marL="0" rtl="0" algn="l">
              <a:lnSpc>
                <a:spcPct val="90000"/>
              </a:lnSpc>
              <a:spcBef>
                <a:spcPts val="0"/>
              </a:spcBef>
              <a:spcAft>
                <a:spcPts val="0"/>
              </a:spcAft>
              <a:buClr>
                <a:schemeClr val="dk1"/>
              </a:buClr>
              <a:buSzPts val="4400"/>
              <a:buFont typeface="Arial"/>
              <a:buNone/>
            </a:pPr>
            <a:r>
              <a:rPr lang="en-US"/>
              <a:t>Why Visual Language Matters</a:t>
            </a:r>
            <a:endParaRPr/>
          </a:p>
        </p:txBody>
      </p:sp>
      <p:sp>
        <p:nvSpPr>
          <p:cNvPr id="223" name="Google Shape;223;p26"/>
          <p:cNvSpPr txBox="1"/>
          <p:nvPr>
            <p:ph idx="1" type="body"/>
          </p:nvPr>
        </p:nvSpPr>
        <p:spPr>
          <a:xfrm>
            <a:off x="357125" y="1560250"/>
            <a:ext cx="9576000" cy="4134900"/>
          </a:xfrm>
          <a:prstGeom prst="rect">
            <a:avLst/>
          </a:prstGeom>
          <a:noFill/>
          <a:ln>
            <a:noFill/>
          </a:ln>
        </p:spPr>
        <p:txBody>
          <a:bodyPr anchorCtr="0" anchor="ctr" bIns="0" lIns="0" spcFirstLastPara="1" rIns="0" wrap="square" tIns="0">
            <a:normAutofit/>
          </a:bodyPr>
          <a:lstStyle/>
          <a:p>
            <a:pPr indent="-431800" lvl="0" marL="457200" marR="0" rtl="0" algn="l">
              <a:lnSpc>
                <a:spcPct val="90000"/>
              </a:lnSpc>
              <a:spcBef>
                <a:spcPts val="0"/>
              </a:spcBef>
              <a:spcAft>
                <a:spcPts val="0"/>
              </a:spcAft>
              <a:buClr>
                <a:schemeClr val="dk1"/>
              </a:buClr>
              <a:buSzPts val="3200"/>
              <a:buFont typeface="Arial"/>
              <a:buChar char="•"/>
            </a:pPr>
            <a:r>
              <a:rPr b="0" i="0" lang="en-US" sz="3200" u="none" cap="none" strike="noStrike">
                <a:solidFill>
                  <a:schemeClr val="dk1"/>
                </a:solidFill>
                <a:latin typeface="Arial"/>
                <a:ea typeface="Arial"/>
                <a:cs typeface="Arial"/>
                <a:sym typeface="Arial"/>
              </a:rPr>
              <a:t>universal understanding </a:t>
            </a:r>
            <a:endParaRPr/>
          </a:p>
          <a:p>
            <a:pPr indent="0" lvl="0" marL="457200" marR="0" rtl="0" algn="l">
              <a:lnSpc>
                <a:spcPct val="90000"/>
              </a:lnSpc>
              <a:spcBef>
                <a:spcPts val="0"/>
              </a:spcBef>
              <a:spcAft>
                <a:spcPts val="0"/>
              </a:spcAft>
              <a:buNone/>
            </a:pPr>
            <a:r>
              <a:t/>
            </a:r>
            <a:endParaRPr b="0" i="0" sz="3200" u="none" cap="none" strike="noStrike">
              <a:solidFill>
                <a:schemeClr val="dk1"/>
              </a:solidFill>
              <a:latin typeface="Arial"/>
              <a:ea typeface="Arial"/>
              <a:cs typeface="Arial"/>
              <a:sym typeface="Arial"/>
            </a:endParaRPr>
          </a:p>
          <a:p>
            <a:pPr indent="-431800" lvl="0" marL="457200" marR="0" rtl="0" algn="l">
              <a:lnSpc>
                <a:spcPct val="90000"/>
              </a:lnSpc>
              <a:spcBef>
                <a:spcPts val="0"/>
              </a:spcBef>
              <a:spcAft>
                <a:spcPts val="0"/>
              </a:spcAft>
              <a:buClr>
                <a:schemeClr val="dk1"/>
              </a:buClr>
              <a:buSzPts val="3200"/>
              <a:buFont typeface="Arial"/>
              <a:buChar char="•"/>
            </a:pPr>
            <a:r>
              <a:rPr b="0" i="0" lang="en-US" sz="3200" u="none" cap="none" strike="noStrike">
                <a:solidFill>
                  <a:schemeClr val="dk1"/>
                </a:solidFill>
                <a:latin typeface="Arial"/>
                <a:ea typeface="Arial"/>
                <a:cs typeface="Arial"/>
                <a:sym typeface="Arial"/>
              </a:rPr>
              <a:t>Faster Processing </a:t>
            </a:r>
            <a:endParaRPr/>
          </a:p>
          <a:p>
            <a:pPr indent="0" lvl="0" marL="457200" marR="0" rtl="0" algn="l">
              <a:lnSpc>
                <a:spcPct val="90000"/>
              </a:lnSpc>
              <a:spcBef>
                <a:spcPts val="0"/>
              </a:spcBef>
              <a:spcAft>
                <a:spcPts val="0"/>
              </a:spcAft>
              <a:buNone/>
            </a:pPr>
            <a:r>
              <a:t/>
            </a:r>
            <a:endParaRPr b="0" i="0" sz="3200" u="none" cap="none" strike="noStrike">
              <a:solidFill>
                <a:schemeClr val="dk1"/>
              </a:solidFill>
              <a:latin typeface="Arial"/>
              <a:ea typeface="Arial"/>
              <a:cs typeface="Arial"/>
              <a:sym typeface="Arial"/>
            </a:endParaRPr>
          </a:p>
          <a:p>
            <a:pPr indent="-431800" lvl="0" marL="457200" marR="0" rtl="0" algn="l">
              <a:lnSpc>
                <a:spcPct val="90000"/>
              </a:lnSpc>
              <a:spcBef>
                <a:spcPts val="0"/>
              </a:spcBef>
              <a:spcAft>
                <a:spcPts val="0"/>
              </a:spcAft>
              <a:buClr>
                <a:schemeClr val="dk1"/>
              </a:buClr>
              <a:buSzPts val="3200"/>
              <a:buFont typeface="Arial"/>
              <a:buChar char="•"/>
            </a:pPr>
            <a:r>
              <a:rPr b="0" i="0" lang="en-US" sz="3200" u="none" cap="none" strike="noStrike">
                <a:solidFill>
                  <a:schemeClr val="dk1"/>
                </a:solidFill>
                <a:latin typeface="Arial"/>
                <a:ea typeface="Arial"/>
                <a:cs typeface="Arial"/>
                <a:sym typeface="Arial"/>
              </a:rPr>
              <a:t>Emotionally Engaging </a:t>
            </a:r>
            <a:endParaRPr/>
          </a:p>
          <a:p>
            <a:pPr indent="0" lvl="0" marL="457200" marR="0" rtl="0" algn="l">
              <a:lnSpc>
                <a:spcPct val="90000"/>
              </a:lnSpc>
              <a:spcBef>
                <a:spcPts val="0"/>
              </a:spcBef>
              <a:spcAft>
                <a:spcPts val="0"/>
              </a:spcAft>
              <a:buNone/>
            </a:pPr>
            <a:r>
              <a:t/>
            </a:r>
            <a:endParaRPr b="0" i="0" sz="3200" u="none" cap="none" strike="noStrike">
              <a:solidFill>
                <a:schemeClr val="dk1"/>
              </a:solidFill>
              <a:latin typeface="Arial"/>
              <a:ea typeface="Arial"/>
              <a:cs typeface="Arial"/>
              <a:sym typeface="Arial"/>
            </a:endParaRPr>
          </a:p>
          <a:p>
            <a:pPr indent="-431800" lvl="0" marL="457200" marR="0" rtl="0" algn="l">
              <a:lnSpc>
                <a:spcPct val="90000"/>
              </a:lnSpc>
              <a:spcBef>
                <a:spcPts val="0"/>
              </a:spcBef>
              <a:spcAft>
                <a:spcPts val="0"/>
              </a:spcAft>
              <a:buClr>
                <a:schemeClr val="dk1"/>
              </a:buClr>
              <a:buSzPts val="3200"/>
              <a:buFont typeface="Arial"/>
              <a:buChar char="•"/>
            </a:pPr>
            <a:r>
              <a:rPr b="0" i="0" lang="en-US" sz="3200" u="none" cap="none" strike="noStrike">
                <a:solidFill>
                  <a:schemeClr val="dk1"/>
                </a:solidFill>
                <a:latin typeface="Arial"/>
                <a:ea typeface="Arial"/>
                <a:cs typeface="Arial"/>
                <a:sym typeface="Arial"/>
              </a:rPr>
              <a:t>Better Retention</a:t>
            </a:r>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7" name="Shape 227"/>
        <p:cNvGrpSpPr/>
        <p:nvPr/>
      </p:nvGrpSpPr>
      <p:grpSpPr>
        <a:xfrm>
          <a:off x="0" y="0"/>
          <a:ext cx="0" cy="0"/>
          <a:chOff x="0" y="0"/>
          <a:chExt cx="0" cy="0"/>
        </a:xfrm>
      </p:grpSpPr>
      <p:sp>
        <p:nvSpPr>
          <p:cNvPr id="228" name="Google Shape;228;p27"/>
          <p:cNvSpPr txBox="1"/>
          <p:nvPr>
            <p:ph type="title"/>
          </p:nvPr>
        </p:nvSpPr>
        <p:spPr>
          <a:xfrm>
            <a:off x="504031" y="390226"/>
            <a:ext cx="8482314" cy="1258920"/>
          </a:xfrm>
          <a:prstGeom prst="rect">
            <a:avLst/>
          </a:prstGeom>
          <a:noFill/>
          <a:ln>
            <a:noFill/>
          </a:ln>
        </p:spPr>
        <p:txBody>
          <a:bodyPr anchorCtr="0" anchor="ctr" bIns="0" lIns="0" spcFirstLastPara="1" rIns="0" wrap="square" tIns="0">
            <a:noAutofit/>
          </a:bodyPr>
          <a:lstStyle/>
          <a:p>
            <a:pPr indent="0" lvl="0" marL="0" rtl="0" algn="ctr">
              <a:lnSpc>
                <a:spcPct val="90000"/>
              </a:lnSpc>
              <a:spcBef>
                <a:spcPts val="0"/>
              </a:spcBef>
              <a:spcAft>
                <a:spcPts val="0"/>
              </a:spcAft>
              <a:buClr>
                <a:schemeClr val="dk1"/>
              </a:buClr>
              <a:buSzPts val="4400"/>
              <a:buFont typeface="Arial"/>
              <a:buNone/>
            </a:pPr>
            <a:r>
              <a:rPr lang="en-US"/>
              <a:t>Why UML was needed</a:t>
            </a:r>
            <a:endParaRPr/>
          </a:p>
        </p:txBody>
      </p:sp>
      <p:sp>
        <p:nvSpPr>
          <p:cNvPr id="229" name="Google Shape;229;p27"/>
          <p:cNvSpPr txBox="1"/>
          <p:nvPr>
            <p:ph idx="4294967295" type="body"/>
          </p:nvPr>
        </p:nvSpPr>
        <p:spPr>
          <a:xfrm>
            <a:off x="504031" y="1649146"/>
            <a:ext cx="9072563" cy="5490547"/>
          </a:xfrm>
          <a:prstGeom prst="rect">
            <a:avLst/>
          </a:prstGeom>
          <a:noFill/>
          <a:ln>
            <a:noFill/>
          </a:ln>
        </p:spPr>
        <p:txBody>
          <a:bodyPr anchorCtr="0" anchor="t" bIns="50375" lIns="100775" spcFirstLastPara="1" rIns="100775" wrap="square" tIns="50375">
            <a:normAutofit/>
          </a:bodyPr>
          <a:lstStyle/>
          <a:p>
            <a:pPr indent="-228600" lvl="0" marL="228600" rtl="0" algn="l">
              <a:lnSpc>
                <a:spcPct val="90000"/>
              </a:lnSpc>
              <a:spcBef>
                <a:spcPts val="0"/>
              </a:spcBef>
              <a:spcAft>
                <a:spcPts val="0"/>
              </a:spcAft>
              <a:buClr>
                <a:schemeClr val="dk1"/>
              </a:buClr>
              <a:buSzPts val="2400"/>
              <a:buChar char="•"/>
            </a:pPr>
            <a:r>
              <a:rPr lang="en-US" sz="2400"/>
              <a:t>In the 1980s and early 1990s:</a:t>
            </a:r>
            <a:endParaRPr/>
          </a:p>
          <a:p>
            <a:pPr indent="-228600" lvl="0" marL="228600" rtl="0" algn="l">
              <a:lnSpc>
                <a:spcPct val="90000"/>
              </a:lnSpc>
              <a:spcBef>
                <a:spcPts val="1000"/>
              </a:spcBef>
              <a:spcAft>
                <a:spcPts val="0"/>
              </a:spcAft>
              <a:buClr>
                <a:schemeClr val="dk1"/>
              </a:buClr>
              <a:buSzPts val="2400"/>
              <a:buChar char="•"/>
            </a:pPr>
            <a:r>
              <a:rPr lang="en-US" sz="2400"/>
              <a:t>Software systems were becoming more complex.</a:t>
            </a:r>
            <a:endParaRPr/>
          </a:p>
          <a:p>
            <a:pPr indent="-228600" lvl="0" marL="228600" rtl="0" algn="l">
              <a:lnSpc>
                <a:spcPct val="90000"/>
              </a:lnSpc>
              <a:spcBef>
                <a:spcPts val="1000"/>
              </a:spcBef>
              <a:spcAft>
                <a:spcPts val="0"/>
              </a:spcAft>
              <a:buClr>
                <a:schemeClr val="dk1"/>
              </a:buClr>
              <a:buSzPts val="2400"/>
              <a:buChar char="•"/>
            </a:pPr>
            <a:r>
              <a:rPr lang="en-US" sz="2400"/>
              <a:t>Many object-oriented programming languages were emerging (like C++, Smalltalk).</a:t>
            </a:r>
            <a:endParaRPr/>
          </a:p>
          <a:p>
            <a:pPr indent="-228600" lvl="0" marL="228600" rtl="0" algn="l">
              <a:lnSpc>
                <a:spcPct val="90000"/>
              </a:lnSpc>
              <a:spcBef>
                <a:spcPts val="1000"/>
              </a:spcBef>
              <a:spcAft>
                <a:spcPts val="0"/>
              </a:spcAft>
              <a:buClr>
                <a:schemeClr val="dk1"/>
              </a:buClr>
              <a:buSzPts val="2400"/>
              <a:buChar char="•"/>
            </a:pPr>
            <a:r>
              <a:rPr lang="en-US" sz="2400"/>
              <a:t>Multiple modeling methods were developed by different experts:</a:t>
            </a:r>
            <a:endParaRPr/>
          </a:p>
          <a:p>
            <a:pPr indent="0" lvl="0" marL="0" rtl="0" algn="l">
              <a:lnSpc>
                <a:spcPct val="90000"/>
              </a:lnSpc>
              <a:spcBef>
                <a:spcPts val="1000"/>
              </a:spcBef>
              <a:spcAft>
                <a:spcPts val="0"/>
              </a:spcAft>
              <a:buClr>
                <a:schemeClr val="dk1"/>
              </a:buClr>
              <a:buSzPts val="2400"/>
              <a:buNone/>
            </a:pPr>
            <a:r>
              <a:rPr lang="en-US" sz="2400"/>
              <a:t>	</a:t>
            </a:r>
            <a:r>
              <a:rPr b="1" lang="en-US" sz="2000"/>
              <a:t>Booch Method (Grady Booch)</a:t>
            </a:r>
            <a:endParaRPr/>
          </a:p>
          <a:p>
            <a:pPr indent="0" lvl="0" marL="0" rtl="0" algn="l">
              <a:lnSpc>
                <a:spcPct val="90000"/>
              </a:lnSpc>
              <a:spcBef>
                <a:spcPts val="1000"/>
              </a:spcBef>
              <a:spcAft>
                <a:spcPts val="0"/>
              </a:spcAft>
              <a:buClr>
                <a:schemeClr val="dk1"/>
              </a:buClr>
              <a:buSzPts val="2000"/>
              <a:buNone/>
            </a:pPr>
            <a:r>
              <a:rPr b="1" lang="en-US" sz="2000"/>
              <a:t>	OMT – Object Modeling Technique (James Rumbaugh)</a:t>
            </a:r>
            <a:endParaRPr/>
          </a:p>
          <a:p>
            <a:pPr indent="0" lvl="0" marL="0" rtl="0" algn="l">
              <a:lnSpc>
                <a:spcPct val="90000"/>
              </a:lnSpc>
              <a:spcBef>
                <a:spcPts val="1000"/>
              </a:spcBef>
              <a:spcAft>
                <a:spcPts val="0"/>
              </a:spcAft>
              <a:buClr>
                <a:schemeClr val="dk1"/>
              </a:buClr>
              <a:buSzPts val="2000"/>
              <a:buNone/>
            </a:pPr>
            <a:r>
              <a:rPr b="1" lang="en-US" sz="2000"/>
              <a:t>	OOSE – Object-Oriented Software Engineering (Ivar Jacobson)</a:t>
            </a:r>
            <a:endParaRPr/>
          </a:p>
          <a:p>
            <a:pPr indent="0" lvl="0" marL="0" rtl="0" algn="l">
              <a:lnSpc>
                <a:spcPct val="90000"/>
              </a:lnSpc>
              <a:spcBef>
                <a:spcPts val="1000"/>
              </a:spcBef>
              <a:spcAft>
                <a:spcPts val="0"/>
              </a:spcAft>
              <a:buClr>
                <a:schemeClr val="dk1"/>
              </a:buClr>
              <a:buSzPts val="2000"/>
              <a:buNone/>
            </a:pPr>
            <a:r>
              <a:t/>
            </a:r>
            <a:endParaRPr b="1" sz="2000"/>
          </a:p>
          <a:p>
            <a:pPr indent="0" lvl="0" marL="0" rtl="0" algn="l">
              <a:lnSpc>
                <a:spcPct val="90000"/>
              </a:lnSpc>
              <a:spcBef>
                <a:spcPts val="1000"/>
              </a:spcBef>
              <a:spcAft>
                <a:spcPts val="0"/>
              </a:spcAft>
              <a:buClr>
                <a:schemeClr val="dk1"/>
              </a:buClr>
              <a:buSzPts val="2400"/>
              <a:buNone/>
            </a:pPr>
            <a:r>
              <a:rPr lang="en-US" sz="2400"/>
              <a:t>These methods all had different notations, tools, and styles. This led to confusion and inconsistency in design processes.</a:t>
            </a:r>
            <a:endParaRPr/>
          </a:p>
          <a:p>
            <a:pPr indent="0" lvl="0" marL="0" rtl="0" algn="l">
              <a:lnSpc>
                <a:spcPct val="90000"/>
              </a:lnSpc>
              <a:spcBef>
                <a:spcPts val="1000"/>
              </a:spcBef>
              <a:spcAft>
                <a:spcPts val="0"/>
              </a:spcAft>
              <a:buClr>
                <a:schemeClr val="dk1"/>
              </a:buClr>
              <a:buSzPts val="2400"/>
              <a:buNone/>
            </a:pPr>
            <a:r>
              <a:rPr b="1" lang="en-US" sz="2400"/>
              <a:t>Need for Standardization → Enter UML.</a:t>
            </a:r>
            <a:endParaRPr b="1" sz="2000"/>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3" name="Shape 233"/>
        <p:cNvGrpSpPr/>
        <p:nvPr/>
      </p:nvGrpSpPr>
      <p:grpSpPr>
        <a:xfrm>
          <a:off x="0" y="0"/>
          <a:ext cx="0" cy="0"/>
          <a:chOff x="0" y="0"/>
          <a:chExt cx="0" cy="0"/>
        </a:xfrm>
      </p:grpSpPr>
      <p:sp>
        <p:nvSpPr>
          <p:cNvPr id="234" name="Google Shape;234;p28"/>
          <p:cNvSpPr txBox="1"/>
          <p:nvPr>
            <p:ph type="title"/>
          </p:nvPr>
        </p:nvSpPr>
        <p:spPr>
          <a:xfrm>
            <a:off x="504031" y="390226"/>
            <a:ext cx="8482314" cy="981374"/>
          </a:xfrm>
          <a:prstGeom prst="rect">
            <a:avLst/>
          </a:prstGeom>
          <a:noFill/>
          <a:ln>
            <a:noFill/>
          </a:ln>
        </p:spPr>
        <p:txBody>
          <a:bodyPr anchorCtr="0" anchor="ctr" bIns="0" lIns="0" spcFirstLastPara="1" rIns="0" wrap="square" tIns="0">
            <a:noAutofit/>
          </a:bodyPr>
          <a:lstStyle/>
          <a:p>
            <a:pPr indent="0" lvl="0" marL="0" rtl="0" algn="ctr">
              <a:lnSpc>
                <a:spcPct val="90000"/>
              </a:lnSpc>
              <a:spcBef>
                <a:spcPts val="0"/>
              </a:spcBef>
              <a:spcAft>
                <a:spcPts val="0"/>
              </a:spcAft>
              <a:buClr>
                <a:schemeClr val="dk1"/>
              </a:buClr>
              <a:buSzPts val="4400"/>
              <a:buFont typeface="Arial"/>
              <a:buNone/>
            </a:pPr>
            <a:r>
              <a:rPr lang="en-US"/>
              <a:t>The Birth of UML</a:t>
            </a:r>
            <a:endParaRPr/>
          </a:p>
        </p:txBody>
      </p:sp>
      <p:pic>
        <p:nvPicPr>
          <p:cNvPr id="235" name="Google Shape;235;p28"/>
          <p:cNvPicPr preferRelativeResize="0"/>
          <p:nvPr/>
        </p:nvPicPr>
        <p:blipFill rotWithShape="1">
          <a:blip r:embed="rId3">
            <a:alphaModFix/>
          </a:blip>
          <a:srcRect b="0" l="0" r="0" t="0"/>
          <a:stretch/>
        </p:blipFill>
        <p:spPr>
          <a:xfrm>
            <a:off x="377375" y="1663850"/>
            <a:ext cx="8735625" cy="5324300"/>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9" name="Shape 239"/>
        <p:cNvGrpSpPr/>
        <p:nvPr/>
      </p:nvGrpSpPr>
      <p:grpSpPr>
        <a:xfrm>
          <a:off x="0" y="0"/>
          <a:ext cx="0" cy="0"/>
          <a:chOff x="0" y="0"/>
          <a:chExt cx="0" cy="0"/>
        </a:xfrm>
      </p:grpSpPr>
      <p:pic>
        <p:nvPicPr>
          <p:cNvPr id="240" name="Google Shape;240;p29"/>
          <p:cNvPicPr preferRelativeResize="0"/>
          <p:nvPr/>
        </p:nvPicPr>
        <p:blipFill rotWithShape="1">
          <a:blip r:embed="rId3">
            <a:alphaModFix/>
          </a:blip>
          <a:srcRect b="0" l="0" r="0" t="0"/>
          <a:stretch/>
        </p:blipFill>
        <p:spPr>
          <a:xfrm>
            <a:off x="291975" y="1720527"/>
            <a:ext cx="8849525" cy="5014350"/>
          </a:xfrm>
          <a:prstGeom prst="rect">
            <a:avLst/>
          </a:prstGeom>
          <a:noFill/>
          <a:ln>
            <a:noFill/>
          </a:ln>
        </p:spPr>
      </p:pic>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4" name="Shape 244"/>
        <p:cNvGrpSpPr/>
        <p:nvPr/>
      </p:nvGrpSpPr>
      <p:grpSpPr>
        <a:xfrm>
          <a:off x="0" y="0"/>
          <a:ext cx="0" cy="0"/>
          <a:chOff x="0" y="0"/>
          <a:chExt cx="0" cy="0"/>
        </a:xfrm>
      </p:grpSpPr>
      <p:pic>
        <p:nvPicPr>
          <p:cNvPr id="245" name="Google Shape;245;p30"/>
          <p:cNvPicPr preferRelativeResize="0"/>
          <p:nvPr/>
        </p:nvPicPr>
        <p:blipFill rotWithShape="1">
          <a:blip r:embed="rId3">
            <a:alphaModFix/>
          </a:blip>
          <a:srcRect b="0" l="0" r="0" t="0"/>
          <a:stretch/>
        </p:blipFill>
        <p:spPr>
          <a:xfrm>
            <a:off x="454825" y="1708074"/>
            <a:ext cx="8917124" cy="5176850"/>
          </a:xfrm>
          <a:prstGeom prst="rect">
            <a:avLst/>
          </a:prstGeom>
          <a:noFill/>
          <a:ln>
            <a:noFill/>
          </a:ln>
        </p:spPr>
      </p:pic>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9" name="Shape 249"/>
        <p:cNvGrpSpPr/>
        <p:nvPr/>
      </p:nvGrpSpPr>
      <p:grpSpPr>
        <a:xfrm>
          <a:off x="0" y="0"/>
          <a:ext cx="0" cy="0"/>
          <a:chOff x="0" y="0"/>
          <a:chExt cx="0" cy="0"/>
        </a:xfrm>
      </p:grpSpPr>
      <p:pic>
        <p:nvPicPr>
          <p:cNvPr id="250" name="Google Shape;250;p31"/>
          <p:cNvPicPr preferRelativeResize="0"/>
          <p:nvPr/>
        </p:nvPicPr>
        <p:blipFill rotWithShape="1">
          <a:blip r:embed="rId3">
            <a:alphaModFix/>
          </a:blip>
          <a:srcRect b="0" l="0" r="0" t="0"/>
          <a:stretch/>
        </p:blipFill>
        <p:spPr>
          <a:xfrm>
            <a:off x="369850" y="1747024"/>
            <a:ext cx="8833351" cy="5295500"/>
          </a:xfrm>
          <a:prstGeom prst="rect">
            <a:avLst/>
          </a:prstGeom>
          <a:noFill/>
          <a:ln>
            <a:noFill/>
          </a:ln>
        </p:spPr>
      </p:pic>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4" name="Shape 254"/>
        <p:cNvGrpSpPr/>
        <p:nvPr/>
      </p:nvGrpSpPr>
      <p:grpSpPr>
        <a:xfrm>
          <a:off x="0" y="0"/>
          <a:ext cx="0" cy="0"/>
          <a:chOff x="0" y="0"/>
          <a:chExt cx="0" cy="0"/>
        </a:xfrm>
      </p:grpSpPr>
      <p:pic>
        <p:nvPicPr>
          <p:cNvPr id="255" name="Google Shape;255;p32"/>
          <p:cNvPicPr preferRelativeResize="0"/>
          <p:nvPr/>
        </p:nvPicPr>
        <p:blipFill rotWithShape="1">
          <a:blip r:embed="rId3">
            <a:alphaModFix/>
          </a:blip>
          <a:srcRect b="0" l="0" r="0" t="0"/>
          <a:stretch/>
        </p:blipFill>
        <p:spPr>
          <a:xfrm>
            <a:off x="306850" y="1824977"/>
            <a:ext cx="9112450" cy="5155325"/>
          </a:xfrm>
          <a:prstGeom prst="rect">
            <a:avLst/>
          </a:prstGeom>
          <a:noFill/>
          <a:ln>
            <a:noFill/>
          </a:ln>
        </p:spPr>
      </p:pic>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9" name="Shape 259"/>
        <p:cNvGrpSpPr/>
        <p:nvPr/>
      </p:nvGrpSpPr>
      <p:grpSpPr>
        <a:xfrm>
          <a:off x="0" y="0"/>
          <a:ext cx="0" cy="0"/>
          <a:chOff x="0" y="0"/>
          <a:chExt cx="0" cy="0"/>
        </a:xfrm>
      </p:grpSpPr>
      <p:pic>
        <p:nvPicPr>
          <p:cNvPr id="260" name="Google Shape;260;p33"/>
          <p:cNvPicPr preferRelativeResize="0"/>
          <p:nvPr/>
        </p:nvPicPr>
        <p:blipFill rotWithShape="1">
          <a:blip r:embed="rId3">
            <a:alphaModFix/>
          </a:blip>
          <a:srcRect b="0" l="0" r="0" t="0"/>
          <a:stretch/>
        </p:blipFill>
        <p:spPr>
          <a:xfrm>
            <a:off x="362600" y="1912825"/>
            <a:ext cx="9247925" cy="4643500"/>
          </a:xfrm>
          <a:prstGeom prst="rect">
            <a:avLst/>
          </a:prstGeom>
          <a:noFill/>
          <a:ln>
            <a:noFill/>
          </a:ln>
        </p:spPr>
      </p:pic>
      <p:sp>
        <p:nvSpPr>
          <p:cNvPr id="261" name="Google Shape;261;p33"/>
          <p:cNvSpPr txBox="1"/>
          <p:nvPr/>
        </p:nvSpPr>
        <p:spPr>
          <a:xfrm>
            <a:off x="362608" y="6556332"/>
            <a:ext cx="9475076" cy="46166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00"/>
              <a:buFont typeface="Arial"/>
              <a:buNone/>
            </a:pPr>
            <a:r>
              <a:rPr b="1" i="0" lang="en-US" sz="2400" u="none" cap="none" strike="noStrike">
                <a:solidFill>
                  <a:schemeClr val="dk1"/>
                </a:solidFill>
                <a:latin typeface="Arial"/>
                <a:ea typeface="Arial"/>
                <a:cs typeface="Arial"/>
                <a:sym typeface="Arial"/>
              </a:rPr>
              <a:t>And today, UML is the industry standard for modeling software</a:t>
            </a:r>
            <a:endParaRPr b="1" i="0" sz="2400" u="none" cap="none" strike="noStrike">
              <a:solidFill>
                <a:schemeClr val="dk1"/>
              </a:solidFill>
              <a:latin typeface="Arial"/>
              <a:ea typeface="Arial"/>
              <a:cs typeface="Arial"/>
              <a:sym typeface="Arial"/>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6" name="Shape 266"/>
        <p:cNvGrpSpPr/>
        <p:nvPr/>
      </p:nvGrpSpPr>
      <p:grpSpPr>
        <a:xfrm>
          <a:off x="0" y="0"/>
          <a:ext cx="0" cy="0"/>
          <a:chOff x="0" y="0"/>
          <a:chExt cx="0" cy="0"/>
        </a:xfrm>
      </p:grpSpPr>
      <p:sp>
        <p:nvSpPr>
          <p:cNvPr id="267" name="Google Shape;267;g3f5f502d7d8_0_12"/>
          <p:cNvSpPr txBox="1"/>
          <p:nvPr>
            <p:ph type="title"/>
          </p:nvPr>
        </p:nvSpPr>
        <p:spPr>
          <a:xfrm>
            <a:off x="719280" y="301320"/>
            <a:ext cx="8851800" cy="1258800"/>
          </a:xfrm>
          <a:prstGeom prst="rect">
            <a:avLst/>
          </a:prstGeom>
        </p:spPr>
        <p:txBody>
          <a:bodyPr anchorCtr="0" anchor="ctr" bIns="0" lIns="0" spcFirstLastPara="1" rIns="0" wrap="square" tIns="0">
            <a:noAutofit/>
          </a:bodyPr>
          <a:lstStyle/>
          <a:p>
            <a:pPr indent="0" lvl="0" marL="0" rtl="0" algn="ctr">
              <a:spcBef>
                <a:spcPts val="0"/>
              </a:spcBef>
              <a:spcAft>
                <a:spcPts val="0"/>
              </a:spcAft>
              <a:buNone/>
            </a:pPr>
            <a:r>
              <a:rPr lang="en-US"/>
              <a:t>The future of UML-MDA</a:t>
            </a:r>
            <a:endParaRPr/>
          </a:p>
        </p:txBody>
      </p:sp>
      <p:sp>
        <p:nvSpPr>
          <p:cNvPr id="268" name="Google Shape;268;g3f5f502d7d8_0_12"/>
          <p:cNvSpPr txBox="1"/>
          <p:nvPr>
            <p:ph idx="1" type="body"/>
          </p:nvPr>
        </p:nvSpPr>
        <p:spPr>
          <a:xfrm>
            <a:off x="216000" y="1560240"/>
            <a:ext cx="9576000" cy="5495700"/>
          </a:xfrm>
          <a:prstGeom prst="rect">
            <a:avLst/>
          </a:prstGeom>
        </p:spPr>
        <p:txBody>
          <a:bodyPr anchorCtr="0" anchor="t" bIns="0" lIns="0" spcFirstLastPara="1" rIns="0" wrap="square" tIns="0">
            <a:normAutofit/>
          </a:bodyPr>
          <a:lstStyle/>
          <a:p>
            <a:pPr indent="-342900" lvl="0" marL="457200" rtl="0" algn="l">
              <a:spcBef>
                <a:spcPts val="1000"/>
              </a:spcBef>
              <a:spcAft>
                <a:spcPts val="0"/>
              </a:spcAft>
              <a:buSzPts val="1800"/>
              <a:buChar char="•"/>
            </a:pPr>
            <a:r>
              <a:rPr lang="en-US"/>
              <a:t>Future of UML defined by – MDA (Model Driven Architecture)</a:t>
            </a:r>
            <a:endParaRPr/>
          </a:p>
          <a:p>
            <a:pPr indent="0" lvl="0" marL="457200" rtl="0" algn="l">
              <a:spcBef>
                <a:spcPts val="1000"/>
              </a:spcBef>
              <a:spcAft>
                <a:spcPts val="0"/>
              </a:spcAft>
              <a:buNone/>
            </a:pPr>
            <a:r>
              <a:t/>
            </a:r>
            <a:endParaRPr/>
          </a:p>
          <a:p>
            <a:pPr indent="-342900" lvl="0" marL="457200" rtl="0" algn="l">
              <a:spcBef>
                <a:spcPts val="1000"/>
              </a:spcBef>
              <a:spcAft>
                <a:spcPts val="0"/>
              </a:spcAft>
              <a:buSzPts val="1800"/>
              <a:buChar char="•"/>
            </a:pPr>
            <a:r>
              <a:rPr lang="en-US"/>
              <a:t>MDA define a vision for how software can be developed</a:t>
            </a:r>
            <a:endParaRPr/>
          </a:p>
          <a:p>
            <a:pPr indent="0" lvl="0" marL="457200" rtl="0" algn="l">
              <a:spcBef>
                <a:spcPts val="1000"/>
              </a:spcBef>
              <a:spcAft>
                <a:spcPts val="0"/>
              </a:spcAft>
              <a:buNone/>
            </a:pPr>
            <a:r>
              <a:rPr lang="en-US"/>
              <a:t>based on models</a:t>
            </a:r>
            <a:endParaRPr/>
          </a:p>
          <a:p>
            <a:pPr indent="0" lvl="0" marL="457200" rtl="0" algn="l">
              <a:spcBef>
                <a:spcPts val="1000"/>
              </a:spcBef>
              <a:spcAft>
                <a:spcPts val="0"/>
              </a:spcAft>
              <a:buNone/>
            </a:pPr>
            <a:r>
              <a:t/>
            </a:r>
            <a:endParaRPr/>
          </a:p>
          <a:p>
            <a:pPr indent="-342900" lvl="0" marL="457200" rtl="0" algn="l">
              <a:spcBef>
                <a:spcPts val="1000"/>
              </a:spcBef>
              <a:spcAft>
                <a:spcPts val="0"/>
              </a:spcAft>
              <a:buSzPts val="1800"/>
              <a:buChar char="•"/>
            </a:pPr>
            <a:r>
              <a:rPr lang="en-US"/>
              <a:t>The production of the executable software architecture</a:t>
            </a:r>
            <a:endParaRPr/>
          </a:p>
          <a:p>
            <a:pPr indent="0" lvl="0" marL="457200" rtl="0" algn="l">
              <a:spcBef>
                <a:spcPts val="1000"/>
              </a:spcBef>
              <a:spcAft>
                <a:spcPts val="0"/>
              </a:spcAft>
              <a:buNone/>
            </a:pPr>
            <a:r>
              <a:t/>
            </a:r>
            <a:endParaRPr/>
          </a:p>
          <a:p>
            <a:pPr indent="-342900" lvl="0" marL="457200" rtl="0" algn="l">
              <a:spcBef>
                <a:spcPts val="1000"/>
              </a:spcBef>
              <a:spcAft>
                <a:spcPts val="0"/>
              </a:spcAft>
              <a:buSzPts val="1800"/>
              <a:buChar char="•"/>
            </a:pPr>
            <a:r>
              <a:rPr lang="en-US"/>
              <a:t>In MDA, software is produced through a series of model</a:t>
            </a:r>
            <a:endParaRPr/>
          </a:p>
          <a:p>
            <a:pPr indent="0" lvl="0" marL="457200" rtl="0" algn="l">
              <a:spcBef>
                <a:spcPts val="1000"/>
              </a:spcBef>
              <a:spcAft>
                <a:spcPts val="0"/>
              </a:spcAft>
              <a:buNone/>
            </a:pPr>
            <a:r>
              <a:rPr lang="en-US"/>
              <a:t>transformations aided by an MDA modeling tool</a:t>
            </a:r>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3" name="Shape 273"/>
        <p:cNvGrpSpPr/>
        <p:nvPr/>
      </p:nvGrpSpPr>
      <p:grpSpPr>
        <a:xfrm>
          <a:off x="0" y="0"/>
          <a:ext cx="0" cy="0"/>
          <a:chOff x="0" y="0"/>
          <a:chExt cx="0" cy="0"/>
        </a:xfrm>
      </p:grpSpPr>
      <p:sp>
        <p:nvSpPr>
          <p:cNvPr id="274" name="Google Shape;274;g3f5f502d7d8_0_24"/>
          <p:cNvSpPr txBox="1"/>
          <p:nvPr>
            <p:ph idx="1" type="body"/>
          </p:nvPr>
        </p:nvSpPr>
        <p:spPr>
          <a:xfrm>
            <a:off x="216000" y="4589269"/>
            <a:ext cx="9576000" cy="2466600"/>
          </a:xfrm>
          <a:prstGeom prst="rect">
            <a:avLst/>
          </a:prstGeom>
        </p:spPr>
        <p:txBody>
          <a:bodyPr anchorCtr="0" anchor="t" bIns="0" lIns="0" spcFirstLastPara="1" rIns="0" wrap="square" tIns="0">
            <a:normAutofit/>
          </a:bodyPr>
          <a:lstStyle/>
          <a:p>
            <a:pPr indent="-342900" lvl="0" marL="457200" rtl="0" algn="l">
              <a:spcBef>
                <a:spcPts val="1000"/>
              </a:spcBef>
              <a:spcAft>
                <a:spcPts val="0"/>
              </a:spcAft>
              <a:buSzPts val="1800"/>
              <a:buChar char="•"/>
            </a:pPr>
            <a:r>
              <a:rPr lang="en-US"/>
              <a:t>CIM describes what the business wants.</a:t>
            </a:r>
            <a:endParaRPr/>
          </a:p>
          <a:p>
            <a:pPr indent="-342900" lvl="0" marL="457200" rtl="0" algn="l">
              <a:spcBef>
                <a:spcPts val="0"/>
              </a:spcBef>
              <a:spcAft>
                <a:spcPts val="0"/>
              </a:spcAft>
              <a:buSzPts val="1800"/>
              <a:buChar char="•"/>
            </a:pPr>
            <a:r>
              <a:rPr lang="en-US"/>
              <a:t>Very high level of abstraction</a:t>
            </a:r>
            <a:endParaRPr/>
          </a:p>
          <a:p>
            <a:pPr indent="-342900" lvl="0" marL="457200" rtl="0" algn="l">
              <a:spcBef>
                <a:spcPts val="0"/>
              </a:spcBef>
              <a:spcAft>
                <a:spcPts val="0"/>
              </a:spcAft>
              <a:buSzPts val="1800"/>
              <a:buChar char="•"/>
            </a:pPr>
            <a:r>
              <a:rPr lang="en-US"/>
              <a:t>Captures key requirements of the system and the  vocabulary of the problem domain</a:t>
            </a:r>
            <a:endParaRPr/>
          </a:p>
          <a:p>
            <a:pPr indent="-342900" lvl="0" marL="457200" rtl="0" algn="l">
              <a:spcBef>
                <a:spcPts val="0"/>
              </a:spcBef>
              <a:spcAft>
                <a:spcPts val="0"/>
              </a:spcAft>
              <a:buSzPts val="1800"/>
              <a:buChar char="•"/>
            </a:pPr>
            <a:r>
              <a:rPr lang="en-US"/>
              <a:t>Computer Independent</a:t>
            </a:r>
            <a:endParaRPr/>
          </a:p>
          <a:p>
            <a:pPr indent="-342900" lvl="0" marL="457200" rtl="0" algn="l">
              <a:spcBef>
                <a:spcPts val="0"/>
              </a:spcBef>
              <a:spcAft>
                <a:spcPts val="0"/>
              </a:spcAft>
              <a:buSzPts val="1800"/>
              <a:buChar char="•"/>
            </a:pPr>
            <a:r>
              <a:rPr lang="en-US"/>
              <a:t>Creation is optional</a:t>
            </a:r>
            <a:endParaRPr/>
          </a:p>
        </p:txBody>
      </p:sp>
      <p:sp>
        <p:nvSpPr>
          <p:cNvPr id="275" name="Google Shape;275;g3f5f502d7d8_0_24"/>
          <p:cNvSpPr/>
          <p:nvPr/>
        </p:nvSpPr>
        <p:spPr>
          <a:xfrm>
            <a:off x="280325" y="2097750"/>
            <a:ext cx="9452700" cy="2236800"/>
          </a:xfrm>
          <a:prstGeom prst="rect">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pic>
        <p:nvPicPr>
          <p:cNvPr id="276" name="Google Shape;276;g3f5f502d7d8_0_24"/>
          <p:cNvPicPr preferRelativeResize="0"/>
          <p:nvPr/>
        </p:nvPicPr>
        <p:blipFill>
          <a:blip r:embed="rId3">
            <a:alphaModFix/>
          </a:blip>
          <a:stretch>
            <a:fillRect/>
          </a:stretch>
        </p:blipFill>
        <p:spPr>
          <a:xfrm>
            <a:off x="431500" y="2555000"/>
            <a:ext cx="1790700" cy="933450"/>
          </a:xfrm>
          <a:prstGeom prst="rect">
            <a:avLst/>
          </a:prstGeom>
          <a:solidFill>
            <a:schemeClr val="lt1"/>
          </a:solidFill>
          <a:ln>
            <a:noFill/>
          </a:ln>
        </p:spPr>
      </p:pic>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1" name="Shape 281"/>
        <p:cNvGrpSpPr/>
        <p:nvPr/>
      </p:nvGrpSpPr>
      <p:grpSpPr>
        <a:xfrm>
          <a:off x="0" y="0"/>
          <a:ext cx="0" cy="0"/>
          <a:chOff x="0" y="0"/>
          <a:chExt cx="0" cy="0"/>
        </a:xfrm>
      </p:grpSpPr>
      <p:sp>
        <p:nvSpPr>
          <p:cNvPr id="282" name="Google Shape;282;g3f5f502d7d8_0_47"/>
          <p:cNvSpPr txBox="1"/>
          <p:nvPr>
            <p:ph idx="1" type="body"/>
          </p:nvPr>
        </p:nvSpPr>
        <p:spPr>
          <a:xfrm>
            <a:off x="216000" y="4589269"/>
            <a:ext cx="9576000" cy="2466600"/>
          </a:xfrm>
          <a:prstGeom prst="rect">
            <a:avLst/>
          </a:prstGeom>
        </p:spPr>
        <p:txBody>
          <a:bodyPr anchorCtr="0" anchor="t" bIns="0" lIns="0" spcFirstLastPara="1" rIns="0" wrap="square" tIns="0">
            <a:normAutofit/>
          </a:bodyPr>
          <a:lstStyle/>
          <a:p>
            <a:pPr indent="-342900" lvl="0" marL="457200" rtl="0" algn="l">
              <a:spcBef>
                <a:spcPts val="1000"/>
              </a:spcBef>
              <a:spcAft>
                <a:spcPts val="0"/>
              </a:spcAft>
              <a:buSzPts val="1800"/>
              <a:buChar char="•"/>
            </a:pPr>
            <a:r>
              <a:rPr lang="en-US"/>
              <a:t>Expresses the business semantics of the software system</a:t>
            </a:r>
            <a:endParaRPr/>
          </a:p>
          <a:p>
            <a:pPr indent="-342900" lvl="0" marL="457200" rtl="0" algn="l">
              <a:spcBef>
                <a:spcPts val="0"/>
              </a:spcBef>
              <a:spcAft>
                <a:spcPts val="0"/>
              </a:spcAft>
              <a:buSzPts val="1800"/>
              <a:buChar char="•"/>
            </a:pPr>
            <a:r>
              <a:rPr lang="en-US"/>
              <a:t>Independent of any underlying platform</a:t>
            </a:r>
            <a:endParaRPr/>
          </a:p>
          <a:p>
            <a:pPr indent="-342900" lvl="0" marL="457200" rtl="0" algn="l">
              <a:spcBef>
                <a:spcPts val="0"/>
              </a:spcBef>
              <a:spcAft>
                <a:spcPts val="0"/>
              </a:spcAft>
              <a:buSzPts val="1800"/>
              <a:buChar char="•"/>
            </a:pPr>
            <a:r>
              <a:rPr lang="en-US"/>
              <a:t>Same level of abstraction</a:t>
            </a:r>
            <a:endParaRPr/>
          </a:p>
          <a:p>
            <a:pPr indent="-342900" lvl="0" marL="457200" rtl="0" algn="l">
              <a:spcBef>
                <a:spcPts val="0"/>
              </a:spcBef>
              <a:spcAft>
                <a:spcPts val="0"/>
              </a:spcAft>
              <a:buSzPts val="1800"/>
              <a:buChar char="•"/>
            </a:pPr>
            <a:r>
              <a:rPr lang="en-US"/>
              <a:t>More complete</a:t>
            </a:r>
            <a:endParaRPr/>
          </a:p>
          <a:p>
            <a:pPr indent="-342900" lvl="0" marL="457200" rtl="0" algn="l">
              <a:spcBef>
                <a:spcPts val="0"/>
              </a:spcBef>
              <a:spcAft>
                <a:spcPts val="0"/>
              </a:spcAft>
              <a:buSzPts val="1800"/>
              <a:buChar char="•"/>
            </a:pPr>
            <a:r>
              <a:rPr lang="en-US"/>
              <a:t>Provide basis to transformed into PSM</a:t>
            </a:r>
            <a:endParaRPr/>
          </a:p>
        </p:txBody>
      </p:sp>
      <p:sp>
        <p:nvSpPr>
          <p:cNvPr id="283" name="Google Shape;283;g3f5f502d7d8_0_47"/>
          <p:cNvSpPr/>
          <p:nvPr/>
        </p:nvSpPr>
        <p:spPr>
          <a:xfrm>
            <a:off x="280325" y="1867925"/>
            <a:ext cx="9452700" cy="2466600"/>
          </a:xfrm>
          <a:prstGeom prst="rect">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pic>
        <p:nvPicPr>
          <p:cNvPr id="284" name="Google Shape;284;g3f5f502d7d8_0_47"/>
          <p:cNvPicPr preferRelativeResize="0"/>
          <p:nvPr/>
        </p:nvPicPr>
        <p:blipFill>
          <a:blip r:embed="rId3">
            <a:alphaModFix/>
          </a:blip>
          <a:stretch>
            <a:fillRect/>
          </a:stretch>
        </p:blipFill>
        <p:spPr>
          <a:xfrm>
            <a:off x="431500" y="2555000"/>
            <a:ext cx="1790700" cy="933450"/>
          </a:xfrm>
          <a:prstGeom prst="rect">
            <a:avLst/>
          </a:prstGeom>
          <a:solidFill>
            <a:schemeClr val="lt1"/>
          </a:solidFill>
          <a:ln>
            <a:noFill/>
          </a:ln>
        </p:spPr>
      </p:pic>
      <p:pic>
        <p:nvPicPr>
          <p:cNvPr id="285" name="Google Shape;285;g3f5f502d7d8_0_47"/>
          <p:cNvPicPr preferRelativeResize="0"/>
          <p:nvPr/>
        </p:nvPicPr>
        <p:blipFill>
          <a:blip r:embed="rId4">
            <a:alphaModFix/>
          </a:blip>
          <a:stretch>
            <a:fillRect/>
          </a:stretch>
        </p:blipFill>
        <p:spPr>
          <a:xfrm>
            <a:off x="2295000" y="2690925"/>
            <a:ext cx="361950" cy="447675"/>
          </a:xfrm>
          <a:prstGeom prst="rect">
            <a:avLst/>
          </a:prstGeom>
          <a:noFill/>
          <a:ln>
            <a:noFill/>
          </a:ln>
        </p:spPr>
      </p:pic>
      <p:pic>
        <p:nvPicPr>
          <p:cNvPr id="286" name="Google Shape;286;g3f5f502d7d8_0_47"/>
          <p:cNvPicPr preferRelativeResize="0"/>
          <p:nvPr/>
        </p:nvPicPr>
        <p:blipFill>
          <a:blip r:embed="rId5">
            <a:alphaModFix/>
          </a:blip>
          <a:stretch>
            <a:fillRect/>
          </a:stretch>
        </p:blipFill>
        <p:spPr>
          <a:xfrm>
            <a:off x="2729750" y="2555000"/>
            <a:ext cx="1790700" cy="933450"/>
          </a:xfrm>
          <a:prstGeom prst="rect">
            <a:avLst/>
          </a:prstGeom>
          <a:solidFill>
            <a:schemeClr val="lt1"/>
          </a:solidFill>
          <a:ln>
            <a:noFill/>
          </a:ln>
        </p:spPr>
      </p:pic>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1" name="Shape 291"/>
        <p:cNvGrpSpPr/>
        <p:nvPr/>
      </p:nvGrpSpPr>
      <p:grpSpPr>
        <a:xfrm>
          <a:off x="0" y="0"/>
          <a:ext cx="0" cy="0"/>
          <a:chOff x="0" y="0"/>
          <a:chExt cx="0" cy="0"/>
        </a:xfrm>
      </p:grpSpPr>
      <p:sp>
        <p:nvSpPr>
          <p:cNvPr id="292" name="Google Shape;292;g3f5f502d7d8_0_79"/>
          <p:cNvSpPr txBox="1"/>
          <p:nvPr>
            <p:ph idx="1" type="body"/>
          </p:nvPr>
        </p:nvSpPr>
        <p:spPr>
          <a:xfrm>
            <a:off x="216000" y="4589269"/>
            <a:ext cx="9576000" cy="2466600"/>
          </a:xfrm>
          <a:prstGeom prst="rect">
            <a:avLst/>
          </a:prstGeom>
        </p:spPr>
        <p:txBody>
          <a:bodyPr anchorCtr="0" anchor="t" bIns="0" lIns="0" spcFirstLastPara="1" rIns="0" wrap="square" tIns="0">
            <a:normAutofit/>
          </a:bodyPr>
          <a:lstStyle/>
          <a:p>
            <a:pPr indent="-342900" lvl="0" marL="457200" rtl="0" algn="l">
              <a:spcBef>
                <a:spcPts val="1000"/>
              </a:spcBef>
              <a:spcAft>
                <a:spcPts val="0"/>
              </a:spcAft>
              <a:buSzPts val="1800"/>
              <a:buChar char="•"/>
            </a:pPr>
            <a:r>
              <a:rPr lang="en-US"/>
              <a:t>Map with PIM to create the PSM</a:t>
            </a:r>
            <a:endParaRPr/>
          </a:p>
          <a:p>
            <a:pPr indent="-342900" lvl="0" marL="457200" rtl="0" algn="l">
              <a:spcBef>
                <a:spcPts val="0"/>
              </a:spcBef>
              <a:spcAft>
                <a:spcPts val="0"/>
              </a:spcAft>
              <a:buSzPts val="1800"/>
              <a:buChar char="•"/>
            </a:pPr>
            <a:r>
              <a:rPr lang="en-US"/>
              <a:t>Source code is generated form the PSM</a:t>
            </a:r>
            <a:endParaRPr/>
          </a:p>
        </p:txBody>
      </p:sp>
      <p:sp>
        <p:nvSpPr>
          <p:cNvPr id="293" name="Google Shape;293;g3f5f502d7d8_0_79"/>
          <p:cNvSpPr/>
          <p:nvPr/>
        </p:nvSpPr>
        <p:spPr>
          <a:xfrm>
            <a:off x="280325" y="2019800"/>
            <a:ext cx="9452700" cy="2314800"/>
          </a:xfrm>
          <a:prstGeom prst="rect">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pic>
        <p:nvPicPr>
          <p:cNvPr id="294" name="Google Shape;294;g3f5f502d7d8_0_79"/>
          <p:cNvPicPr preferRelativeResize="0"/>
          <p:nvPr/>
        </p:nvPicPr>
        <p:blipFill>
          <a:blip r:embed="rId3">
            <a:alphaModFix/>
          </a:blip>
          <a:stretch>
            <a:fillRect/>
          </a:stretch>
        </p:blipFill>
        <p:spPr>
          <a:xfrm>
            <a:off x="431500" y="2555000"/>
            <a:ext cx="1790700" cy="933450"/>
          </a:xfrm>
          <a:prstGeom prst="rect">
            <a:avLst/>
          </a:prstGeom>
          <a:solidFill>
            <a:schemeClr val="lt1"/>
          </a:solidFill>
          <a:ln>
            <a:noFill/>
          </a:ln>
        </p:spPr>
      </p:pic>
      <p:pic>
        <p:nvPicPr>
          <p:cNvPr id="295" name="Google Shape;295;g3f5f502d7d8_0_79"/>
          <p:cNvPicPr preferRelativeResize="0"/>
          <p:nvPr/>
        </p:nvPicPr>
        <p:blipFill>
          <a:blip r:embed="rId4">
            <a:alphaModFix/>
          </a:blip>
          <a:stretch>
            <a:fillRect/>
          </a:stretch>
        </p:blipFill>
        <p:spPr>
          <a:xfrm>
            <a:off x="2258600" y="2690925"/>
            <a:ext cx="361950" cy="447675"/>
          </a:xfrm>
          <a:prstGeom prst="rect">
            <a:avLst/>
          </a:prstGeom>
          <a:noFill/>
          <a:ln>
            <a:noFill/>
          </a:ln>
        </p:spPr>
      </p:pic>
      <p:pic>
        <p:nvPicPr>
          <p:cNvPr id="296" name="Google Shape;296;g3f5f502d7d8_0_79"/>
          <p:cNvPicPr preferRelativeResize="0"/>
          <p:nvPr/>
        </p:nvPicPr>
        <p:blipFill>
          <a:blip r:embed="rId5">
            <a:alphaModFix/>
          </a:blip>
          <a:stretch>
            <a:fillRect/>
          </a:stretch>
        </p:blipFill>
        <p:spPr>
          <a:xfrm>
            <a:off x="2656950" y="2555000"/>
            <a:ext cx="1790700" cy="933450"/>
          </a:xfrm>
          <a:prstGeom prst="rect">
            <a:avLst/>
          </a:prstGeom>
          <a:solidFill>
            <a:schemeClr val="lt1"/>
          </a:solidFill>
          <a:ln>
            <a:noFill/>
          </a:ln>
        </p:spPr>
      </p:pic>
      <p:pic>
        <p:nvPicPr>
          <p:cNvPr id="297" name="Google Shape;297;g3f5f502d7d8_0_79"/>
          <p:cNvPicPr preferRelativeResize="0"/>
          <p:nvPr/>
        </p:nvPicPr>
        <p:blipFill>
          <a:blip r:embed="rId6">
            <a:alphaModFix/>
          </a:blip>
          <a:stretch>
            <a:fillRect/>
          </a:stretch>
        </p:blipFill>
        <p:spPr>
          <a:xfrm>
            <a:off x="5430825" y="2555000"/>
            <a:ext cx="1704975" cy="933450"/>
          </a:xfrm>
          <a:prstGeom prst="rect">
            <a:avLst/>
          </a:prstGeom>
          <a:noFill/>
          <a:ln>
            <a:noFill/>
          </a:ln>
        </p:spPr>
      </p:pic>
      <p:sp>
        <p:nvSpPr>
          <p:cNvPr id="298" name="Google Shape;298;g3f5f502d7d8_0_79"/>
          <p:cNvSpPr/>
          <p:nvPr/>
        </p:nvSpPr>
        <p:spPr>
          <a:xfrm>
            <a:off x="4472075" y="2724425"/>
            <a:ext cx="843900" cy="594600"/>
          </a:xfrm>
          <a:prstGeom prst="leftRightArrow">
            <a:avLst>
              <a:gd fmla="val 50000" name="adj1"/>
              <a:gd fmla="val 50000" name="adj2"/>
            </a:avLst>
          </a:prstGeom>
          <a:solidFill>
            <a:srgbClr val="4A7DBA"/>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US">
                <a:solidFill>
                  <a:schemeClr val="lt1"/>
                </a:solidFill>
              </a:rPr>
              <a:t>Map</a:t>
            </a:r>
            <a:endParaRPr>
              <a:solidFill>
                <a:schemeClr val="lt1"/>
              </a:solidFill>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3" name="Shape 303"/>
        <p:cNvGrpSpPr/>
        <p:nvPr/>
      </p:nvGrpSpPr>
      <p:grpSpPr>
        <a:xfrm>
          <a:off x="0" y="0"/>
          <a:ext cx="0" cy="0"/>
          <a:chOff x="0" y="0"/>
          <a:chExt cx="0" cy="0"/>
        </a:xfrm>
      </p:grpSpPr>
      <p:sp>
        <p:nvSpPr>
          <p:cNvPr id="304" name="Google Shape;304;g3f5f502d7d8_0_90"/>
          <p:cNvSpPr txBox="1"/>
          <p:nvPr>
            <p:ph idx="1" type="body"/>
          </p:nvPr>
        </p:nvSpPr>
        <p:spPr>
          <a:xfrm>
            <a:off x="216000" y="4589269"/>
            <a:ext cx="9576000" cy="2466600"/>
          </a:xfrm>
          <a:prstGeom prst="rect">
            <a:avLst/>
          </a:prstGeom>
        </p:spPr>
        <p:txBody>
          <a:bodyPr anchorCtr="0" anchor="t" bIns="0" lIns="0" spcFirstLastPara="1" rIns="0" wrap="square" tIns="0">
            <a:normAutofit/>
          </a:bodyPr>
          <a:lstStyle/>
          <a:p>
            <a:pPr indent="-342900" lvl="0" marL="457200" rtl="0" algn="l">
              <a:spcBef>
                <a:spcPts val="1000"/>
              </a:spcBef>
              <a:spcAft>
                <a:spcPts val="0"/>
              </a:spcAft>
              <a:buSzPts val="1800"/>
              <a:buChar char="•"/>
            </a:pPr>
            <a:r>
              <a:rPr lang="en-US"/>
              <a:t>Source code such as Java and C# code, is just the machine code resulting from the compilation of UML models</a:t>
            </a:r>
            <a:endParaRPr/>
          </a:p>
          <a:p>
            <a:pPr indent="-342900" lvl="0" marL="457200" rtl="0" algn="l">
              <a:spcBef>
                <a:spcPts val="0"/>
              </a:spcBef>
              <a:spcAft>
                <a:spcPts val="0"/>
              </a:spcAft>
              <a:buSzPts val="1800"/>
              <a:buChar char="•"/>
            </a:pPr>
            <a:r>
              <a:rPr lang="en-US"/>
              <a:t>This code generated as needed directly from PSM</a:t>
            </a:r>
            <a:endParaRPr/>
          </a:p>
        </p:txBody>
      </p:sp>
      <p:sp>
        <p:nvSpPr>
          <p:cNvPr id="305" name="Google Shape;305;g3f5f502d7d8_0_90"/>
          <p:cNvSpPr/>
          <p:nvPr/>
        </p:nvSpPr>
        <p:spPr>
          <a:xfrm>
            <a:off x="74050" y="1867925"/>
            <a:ext cx="9804600" cy="2466600"/>
          </a:xfrm>
          <a:prstGeom prst="rect">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US"/>
              <a:t>Code</a:t>
            </a:r>
            <a:endParaRPr/>
          </a:p>
        </p:txBody>
      </p:sp>
      <p:pic>
        <p:nvPicPr>
          <p:cNvPr id="306" name="Google Shape;306;g3f5f502d7d8_0_90"/>
          <p:cNvPicPr preferRelativeResize="0"/>
          <p:nvPr/>
        </p:nvPicPr>
        <p:blipFill>
          <a:blip r:embed="rId3">
            <a:alphaModFix/>
          </a:blip>
          <a:stretch>
            <a:fillRect/>
          </a:stretch>
        </p:blipFill>
        <p:spPr>
          <a:xfrm>
            <a:off x="102150" y="2505149"/>
            <a:ext cx="1571625" cy="819251"/>
          </a:xfrm>
          <a:prstGeom prst="rect">
            <a:avLst/>
          </a:prstGeom>
          <a:solidFill>
            <a:schemeClr val="lt1"/>
          </a:solidFill>
          <a:ln>
            <a:noFill/>
          </a:ln>
        </p:spPr>
      </p:pic>
      <p:pic>
        <p:nvPicPr>
          <p:cNvPr id="307" name="Google Shape;307;g3f5f502d7d8_0_90"/>
          <p:cNvPicPr preferRelativeResize="0"/>
          <p:nvPr/>
        </p:nvPicPr>
        <p:blipFill>
          <a:blip r:embed="rId4">
            <a:alphaModFix/>
          </a:blip>
          <a:stretch>
            <a:fillRect/>
          </a:stretch>
        </p:blipFill>
        <p:spPr>
          <a:xfrm>
            <a:off x="1736825" y="2690938"/>
            <a:ext cx="361950" cy="447675"/>
          </a:xfrm>
          <a:prstGeom prst="rect">
            <a:avLst/>
          </a:prstGeom>
          <a:noFill/>
          <a:ln>
            <a:noFill/>
          </a:ln>
        </p:spPr>
      </p:pic>
      <p:pic>
        <p:nvPicPr>
          <p:cNvPr id="308" name="Google Shape;308;g3f5f502d7d8_0_90"/>
          <p:cNvPicPr preferRelativeResize="0"/>
          <p:nvPr/>
        </p:nvPicPr>
        <p:blipFill>
          <a:blip r:embed="rId5">
            <a:alphaModFix/>
          </a:blip>
          <a:stretch>
            <a:fillRect/>
          </a:stretch>
        </p:blipFill>
        <p:spPr>
          <a:xfrm>
            <a:off x="2171575" y="2532775"/>
            <a:ext cx="1465662" cy="764025"/>
          </a:xfrm>
          <a:prstGeom prst="rect">
            <a:avLst/>
          </a:prstGeom>
          <a:solidFill>
            <a:schemeClr val="lt1"/>
          </a:solidFill>
          <a:ln>
            <a:noFill/>
          </a:ln>
        </p:spPr>
      </p:pic>
      <p:pic>
        <p:nvPicPr>
          <p:cNvPr id="309" name="Google Shape;309;g3f5f502d7d8_0_90"/>
          <p:cNvPicPr preferRelativeResize="0"/>
          <p:nvPr/>
        </p:nvPicPr>
        <p:blipFill>
          <a:blip r:embed="rId6">
            <a:alphaModFix/>
          </a:blip>
          <a:stretch>
            <a:fillRect/>
          </a:stretch>
        </p:blipFill>
        <p:spPr>
          <a:xfrm>
            <a:off x="4566075" y="2513573"/>
            <a:ext cx="1465650" cy="802423"/>
          </a:xfrm>
          <a:prstGeom prst="rect">
            <a:avLst/>
          </a:prstGeom>
          <a:noFill/>
          <a:ln>
            <a:noFill/>
          </a:ln>
        </p:spPr>
      </p:pic>
      <p:sp>
        <p:nvSpPr>
          <p:cNvPr id="310" name="Google Shape;310;g3f5f502d7d8_0_90"/>
          <p:cNvSpPr/>
          <p:nvPr/>
        </p:nvSpPr>
        <p:spPr>
          <a:xfrm>
            <a:off x="3679700" y="2617475"/>
            <a:ext cx="843900" cy="594600"/>
          </a:xfrm>
          <a:prstGeom prst="leftRightArrow">
            <a:avLst>
              <a:gd fmla="val 50000" name="adj1"/>
              <a:gd fmla="val 50000" name="adj2"/>
            </a:avLst>
          </a:prstGeom>
          <a:solidFill>
            <a:srgbClr val="4A7DBA"/>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US">
                <a:solidFill>
                  <a:schemeClr val="lt1"/>
                </a:solidFill>
              </a:rPr>
              <a:t>Map</a:t>
            </a:r>
            <a:endParaRPr b="1">
              <a:solidFill>
                <a:schemeClr val="lt1"/>
              </a:solidFill>
            </a:endParaRPr>
          </a:p>
        </p:txBody>
      </p:sp>
      <p:pic>
        <p:nvPicPr>
          <p:cNvPr id="311" name="Google Shape;311;g3f5f502d7d8_0_90"/>
          <p:cNvPicPr preferRelativeResize="0"/>
          <p:nvPr/>
        </p:nvPicPr>
        <p:blipFill>
          <a:blip r:embed="rId7">
            <a:alphaModFix/>
          </a:blip>
          <a:stretch>
            <a:fillRect/>
          </a:stretch>
        </p:blipFill>
        <p:spPr>
          <a:xfrm>
            <a:off x="6031725" y="2658324"/>
            <a:ext cx="1381817" cy="594600"/>
          </a:xfrm>
          <a:prstGeom prst="rect">
            <a:avLst/>
          </a:prstGeom>
          <a:noFill/>
          <a:ln>
            <a:noFill/>
          </a:ln>
        </p:spPr>
      </p:pic>
      <p:pic>
        <p:nvPicPr>
          <p:cNvPr id="312" name="Google Shape;312;g3f5f502d7d8_0_90"/>
          <p:cNvPicPr preferRelativeResize="0"/>
          <p:nvPr/>
        </p:nvPicPr>
        <p:blipFill>
          <a:blip r:embed="rId8">
            <a:alphaModFix/>
          </a:blip>
          <a:stretch>
            <a:fillRect/>
          </a:stretch>
        </p:blipFill>
        <p:spPr>
          <a:xfrm>
            <a:off x="6361350" y="2771913"/>
            <a:ext cx="790875" cy="285750"/>
          </a:xfrm>
          <a:prstGeom prst="rect">
            <a:avLst/>
          </a:prstGeom>
          <a:noFill/>
          <a:ln>
            <a:noFill/>
          </a:ln>
        </p:spPr>
      </p:pic>
      <p:sp>
        <p:nvSpPr>
          <p:cNvPr id="313" name="Google Shape;313;g3f5f502d7d8_0_90"/>
          <p:cNvSpPr/>
          <p:nvPr/>
        </p:nvSpPr>
        <p:spPr>
          <a:xfrm>
            <a:off x="7484250" y="2544050"/>
            <a:ext cx="790800" cy="764100"/>
          </a:xfrm>
          <a:prstGeom prst="rect">
            <a:avLst/>
          </a:prstGeom>
          <a:solidFill>
            <a:schemeClr val="accen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US" sz="1700">
                <a:solidFill>
                  <a:schemeClr val="lt1"/>
                </a:solidFill>
              </a:rPr>
              <a:t>Code</a:t>
            </a:r>
            <a:endParaRPr b="1" sz="1700">
              <a:solidFill>
                <a:schemeClr val="lt1"/>
              </a:solidFill>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8" name="Shape 318"/>
        <p:cNvGrpSpPr/>
        <p:nvPr/>
      </p:nvGrpSpPr>
      <p:grpSpPr>
        <a:xfrm>
          <a:off x="0" y="0"/>
          <a:ext cx="0" cy="0"/>
          <a:chOff x="0" y="0"/>
          <a:chExt cx="0" cy="0"/>
        </a:xfrm>
      </p:grpSpPr>
      <p:sp>
        <p:nvSpPr>
          <p:cNvPr id="319" name="Google Shape;319;g3f5f502d7d8_0_107"/>
          <p:cNvSpPr txBox="1"/>
          <p:nvPr>
            <p:ph idx="1" type="body"/>
          </p:nvPr>
        </p:nvSpPr>
        <p:spPr>
          <a:xfrm>
            <a:off x="216000" y="4589269"/>
            <a:ext cx="9576000" cy="2466600"/>
          </a:xfrm>
          <a:prstGeom prst="rect">
            <a:avLst/>
          </a:prstGeom>
        </p:spPr>
        <p:txBody>
          <a:bodyPr anchorCtr="0" anchor="t" bIns="0" lIns="0" spcFirstLastPara="1" rIns="0" wrap="square" tIns="0">
            <a:normAutofit/>
          </a:bodyPr>
          <a:lstStyle/>
          <a:p>
            <a:pPr indent="-342900" lvl="0" marL="457200" rtl="0" algn="l">
              <a:spcBef>
                <a:spcPts val="1000"/>
              </a:spcBef>
              <a:spcAft>
                <a:spcPts val="0"/>
              </a:spcAft>
              <a:buSzPts val="1800"/>
              <a:buChar char="•"/>
            </a:pPr>
            <a:r>
              <a:rPr lang="en-US"/>
              <a:t>MDA shifts UML models from their current role – manually created source code into the primary mechanism of code production</a:t>
            </a:r>
            <a:endParaRPr/>
          </a:p>
        </p:txBody>
      </p:sp>
      <p:sp>
        <p:nvSpPr>
          <p:cNvPr id="320" name="Google Shape;320;g3f5f502d7d8_0_107"/>
          <p:cNvSpPr/>
          <p:nvPr/>
        </p:nvSpPr>
        <p:spPr>
          <a:xfrm>
            <a:off x="29550" y="1941875"/>
            <a:ext cx="10080600" cy="2364300"/>
          </a:xfrm>
          <a:prstGeom prst="rect">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US"/>
              <a:t>Code</a:t>
            </a:r>
            <a:endParaRPr/>
          </a:p>
        </p:txBody>
      </p:sp>
      <p:pic>
        <p:nvPicPr>
          <p:cNvPr id="321" name="Google Shape;321;g3f5f502d7d8_0_107"/>
          <p:cNvPicPr preferRelativeResize="0"/>
          <p:nvPr/>
        </p:nvPicPr>
        <p:blipFill>
          <a:blip r:embed="rId3">
            <a:alphaModFix/>
          </a:blip>
          <a:stretch>
            <a:fillRect/>
          </a:stretch>
        </p:blipFill>
        <p:spPr>
          <a:xfrm>
            <a:off x="102150" y="2560392"/>
            <a:ext cx="1465650" cy="764008"/>
          </a:xfrm>
          <a:prstGeom prst="rect">
            <a:avLst/>
          </a:prstGeom>
          <a:solidFill>
            <a:schemeClr val="lt1"/>
          </a:solidFill>
          <a:ln>
            <a:noFill/>
          </a:ln>
        </p:spPr>
      </p:pic>
      <p:pic>
        <p:nvPicPr>
          <p:cNvPr id="322" name="Google Shape;322;g3f5f502d7d8_0_107"/>
          <p:cNvPicPr preferRelativeResize="0"/>
          <p:nvPr/>
        </p:nvPicPr>
        <p:blipFill>
          <a:blip r:embed="rId4">
            <a:alphaModFix/>
          </a:blip>
          <a:stretch>
            <a:fillRect/>
          </a:stretch>
        </p:blipFill>
        <p:spPr>
          <a:xfrm>
            <a:off x="1612088" y="2690950"/>
            <a:ext cx="361950" cy="447675"/>
          </a:xfrm>
          <a:prstGeom prst="rect">
            <a:avLst/>
          </a:prstGeom>
          <a:noFill/>
          <a:ln>
            <a:noFill/>
          </a:ln>
        </p:spPr>
      </p:pic>
      <p:pic>
        <p:nvPicPr>
          <p:cNvPr id="323" name="Google Shape;323;g3f5f502d7d8_0_107"/>
          <p:cNvPicPr preferRelativeResize="0"/>
          <p:nvPr/>
        </p:nvPicPr>
        <p:blipFill>
          <a:blip r:embed="rId5">
            <a:alphaModFix/>
          </a:blip>
          <a:stretch>
            <a:fillRect/>
          </a:stretch>
        </p:blipFill>
        <p:spPr>
          <a:xfrm>
            <a:off x="2018325" y="2560387"/>
            <a:ext cx="1465662" cy="764025"/>
          </a:xfrm>
          <a:prstGeom prst="rect">
            <a:avLst/>
          </a:prstGeom>
          <a:solidFill>
            <a:schemeClr val="lt1"/>
          </a:solidFill>
          <a:ln>
            <a:noFill/>
          </a:ln>
        </p:spPr>
      </p:pic>
      <p:pic>
        <p:nvPicPr>
          <p:cNvPr id="324" name="Google Shape;324;g3f5f502d7d8_0_107"/>
          <p:cNvPicPr preferRelativeResize="0"/>
          <p:nvPr/>
        </p:nvPicPr>
        <p:blipFill>
          <a:blip r:embed="rId6">
            <a:alphaModFix/>
          </a:blip>
          <a:stretch>
            <a:fillRect/>
          </a:stretch>
        </p:blipFill>
        <p:spPr>
          <a:xfrm>
            <a:off x="4307500" y="2513573"/>
            <a:ext cx="1465650" cy="802423"/>
          </a:xfrm>
          <a:prstGeom prst="rect">
            <a:avLst/>
          </a:prstGeom>
          <a:noFill/>
          <a:ln>
            <a:noFill/>
          </a:ln>
        </p:spPr>
      </p:pic>
      <p:sp>
        <p:nvSpPr>
          <p:cNvPr id="325" name="Google Shape;325;g3f5f502d7d8_0_107"/>
          <p:cNvSpPr/>
          <p:nvPr/>
        </p:nvSpPr>
        <p:spPr>
          <a:xfrm>
            <a:off x="3483975" y="2645088"/>
            <a:ext cx="843900" cy="594600"/>
          </a:xfrm>
          <a:prstGeom prst="leftRightArrow">
            <a:avLst>
              <a:gd fmla="val 50000" name="adj1"/>
              <a:gd fmla="val 50000" name="adj2"/>
            </a:avLst>
          </a:prstGeom>
          <a:solidFill>
            <a:srgbClr val="4A7DBA"/>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US">
                <a:solidFill>
                  <a:schemeClr val="lt1"/>
                </a:solidFill>
              </a:rPr>
              <a:t>Map</a:t>
            </a:r>
            <a:endParaRPr b="1">
              <a:solidFill>
                <a:schemeClr val="lt1"/>
              </a:solidFill>
            </a:endParaRPr>
          </a:p>
        </p:txBody>
      </p:sp>
      <p:pic>
        <p:nvPicPr>
          <p:cNvPr id="326" name="Google Shape;326;g3f5f502d7d8_0_107"/>
          <p:cNvPicPr preferRelativeResize="0"/>
          <p:nvPr/>
        </p:nvPicPr>
        <p:blipFill>
          <a:blip r:embed="rId7">
            <a:alphaModFix/>
          </a:blip>
          <a:stretch>
            <a:fillRect/>
          </a:stretch>
        </p:blipFill>
        <p:spPr>
          <a:xfrm>
            <a:off x="5773150" y="2690950"/>
            <a:ext cx="1275271" cy="548750"/>
          </a:xfrm>
          <a:prstGeom prst="rect">
            <a:avLst/>
          </a:prstGeom>
          <a:noFill/>
          <a:ln>
            <a:noFill/>
          </a:ln>
        </p:spPr>
      </p:pic>
      <p:pic>
        <p:nvPicPr>
          <p:cNvPr id="327" name="Google Shape;327;g3f5f502d7d8_0_107"/>
          <p:cNvPicPr preferRelativeResize="0"/>
          <p:nvPr/>
        </p:nvPicPr>
        <p:blipFill>
          <a:blip r:embed="rId8">
            <a:alphaModFix/>
          </a:blip>
          <a:stretch>
            <a:fillRect/>
          </a:stretch>
        </p:blipFill>
        <p:spPr>
          <a:xfrm>
            <a:off x="6068625" y="2771888"/>
            <a:ext cx="790875" cy="285750"/>
          </a:xfrm>
          <a:prstGeom prst="rect">
            <a:avLst/>
          </a:prstGeom>
          <a:noFill/>
          <a:ln>
            <a:noFill/>
          </a:ln>
        </p:spPr>
      </p:pic>
      <p:sp>
        <p:nvSpPr>
          <p:cNvPr id="328" name="Google Shape;328;g3f5f502d7d8_0_107"/>
          <p:cNvSpPr/>
          <p:nvPr/>
        </p:nvSpPr>
        <p:spPr>
          <a:xfrm>
            <a:off x="7047138" y="2532725"/>
            <a:ext cx="790800" cy="764100"/>
          </a:xfrm>
          <a:prstGeom prst="rect">
            <a:avLst/>
          </a:prstGeom>
          <a:solidFill>
            <a:schemeClr val="accen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US" sz="1700">
                <a:solidFill>
                  <a:schemeClr val="lt1"/>
                </a:solidFill>
              </a:rPr>
              <a:t>Code</a:t>
            </a:r>
            <a:endParaRPr b="1" sz="1700">
              <a:solidFill>
                <a:schemeClr val="lt1"/>
              </a:solidFill>
            </a:endParaRPr>
          </a:p>
        </p:txBody>
      </p:sp>
      <p:sp>
        <p:nvSpPr>
          <p:cNvPr id="329" name="Google Shape;329;g3f5f502d7d8_0_107"/>
          <p:cNvSpPr/>
          <p:nvPr/>
        </p:nvSpPr>
        <p:spPr>
          <a:xfrm>
            <a:off x="7892875" y="2617475"/>
            <a:ext cx="937200" cy="594600"/>
          </a:xfrm>
          <a:prstGeom prst="rightArrow">
            <a:avLst>
              <a:gd fmla="val 50000" name="adj1"/>
              <a:gd fmla="val 50000" name="adj2"/>
            </a:avLst>
          </a:prstGeom>
          <a:solidFill>
            <a:schemeClr val="accen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US">
                <a:solidFill>
                  <a:schemeClr val="lt1"/>
                </a:solidFill>
              </a:rPr>
              <a:t>Deploy</a:t>
            </a:r>
            <a:endParaRPr b="1">
              <a:solidFill>
                <a:schemeClr val="lt1"/>
              </a:solidFill>
            </a:endParaRPr>
          </a:p>
        </p:txBody>
      </p:sp>
      <p:pic>
        <p:nvPicPr>
          <p:cNvPr id="330" name="Google Shape;330;g3f5f502d7d8_0_107"/>
          <p:cNvPicPr preferRelativeResize="0"/>
          <p:nvPr/>
        </p:nvPicPr>
        <p:blipFill>
          <a:blip r:embed="rId9">
            <a:alphaModFix/>
          </a:blip>
          <a:stretch>
            <a:fillRect/>
          </a:stretch>
        </p:blipFill>
        <p:spPr>
          <a:xfrm>
            <a:off x="8830074" y="2532728"/>
            <a:ext cx="1275275" cy="1072397"/>
          </a:xfrm>
          <a:prstGeom prst="rect">
            <a:avLst/>
          </a:prstGeom>
          <a:solidFill>
            <a:schemeClr val="lt1"/>
          </a:solidFill>
          <a:ln>
            <a:noFill/>
          </a:ln>
        </p:spPr>
      </p:pic>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4" name="Shape 334"/>
        <p:cNvGrpSpPr/>
        <p:nvPr/>
      </p:nvGrpSpPr>
      <p:grpSpPr>
        <a:xfrm>
          <a:off x="0" y="0"/>
          <a:ext cx="0" cy="0"/>
          <a:chOff x="0" y="0"/>
          <a:chExt cx="0" cy="0"/>
        </a:xfrm>
      </p:grpSpPr>
      <p:sp>
        <p:nvSpPr>
          <p:cNvPr id="335" name="Google Shape;335;p34"/>
          <p:cNvSpPr txBox="1"/>
          <p:nvPr>
            <p:ph type="title"/>
          </p:nvPr>
        </p:nvSpPr>
        <p:spPr>
          <a:xfrm>
            <a:off x="504031" y="0"/>
            <a:ext cx="8482314" cy="1258920"/>
          </a:xfrm>
          <a:prstGeom prst="rect">
            <a:avLst/>
          </a:prstGeom>
          <a:noFill/>
          <a:ln>
            <a:noFill/>
          </a:ln>
        </p:spPr>
        <p:txBody>
          <a:bodyPr anchorCtr="0" anchor="ctr" bIns="0" lIns="0" spcFirstLastPara="1" rIns="0" wrap="square" tIns="0">
            <a:noAutofit/>
          </a:bodyPr>
          <a:lstStyle/>
          <a:p>
            <a:pPr indent="0" lvl="0" marL="0" rtl="0" algn="ctr">
              <a:lnSpc>
                <a:spcPct val="90000"/>
              </a:lnSpc>
              <a:spcBef>
                <a:spcPts val="0"/>
              </a:spcBef>
              <a:spcAft>
                <a:spcPts val="0"/>
              </a:spcAft>
              <a:buClr>
                <a:schemeClr val="dk1"/>
              </a:buClr>
              <a:buSzPts val="4400"/>
              <a:buFont typeface="Arial"/>
              <a:buNone/>
            </a:pPr>
            <a:r>
              <a:rPr lang="en-US"/>
              <a:t>Objects and UML</a:t>
            </a:r>
            <a:endParaRPr/>
          </a:p>
        </p:txBody>
      </p:sp>
      <p:pic>
        <p:nvPicPr>
          <p:cNvPr id="336" name="Google Shape;336;p34"/>
          <p:cNvPicPr preferRelativeResize="0"/>
          <p:nvPr/>
        </p:nvPicPr>
        <p:blipFill>
          <a:blip r:embed="rId3">
            <a:alphaModFix/>
          </a:blip>
          <a:stretch>
            <a:fillRect/>
          </a:stretch>
        </p:blipFill>
        <p:spPr>
          <a:xfrm>
            <a:off x="347250" y="2117250"/>
            <a:ext cx="9219126" cy="4877901"/>
          </a:xfrm>
          <a:prstGeom prst="rect">
            <a:avLst/>
          </a:prstGeom>
          <a:noFill/>
          <a:ln>
            <a:noFill/>
          </a:ln>
        </p:spPr>
      </p:pic>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0" name="Shape 340"/>
        <p:cNvGrpSpPr/>
        <p:nvPr/>
      </p:nvGrpSpPr>
      <p:grpSpPr>
        <a:xfrm>
          <a:off x="0" y="0"/>
          <a:ext cx="0" cy="0"/>
          <a:chOff x="0" y="0"/>
          <a:chExt cx="0" cy="0"/>
        </a:xfrm>
      </p:grpSpPr>
      <p:sp>
        <p:nvSpPr>
          <p:cNvPr id="341" name="Google Shape;341;p35"/>
          <p:cNvSpPr txBox="1"/>
          <p:nvPr>
            <p:ph type="title"/>
          </p:nvPr>
        </p:nvSpPr>
        <p:spPr>
          <a:xfrm>
            <a:off x="504031" y="141343"/>
            <a:ext cx="8482314" cy="805351"/>
          </a:xfrm>
          <a:prstGeom prst="rect">
            <a:avLst/>
          </a:prstGeom>
          <a:noFill/>
          <a:ln>
            <a:noFill/>
          </a:ln>
        </p:spPr>
        <p:txBody>
          <a:bodyPr anchorCtr="0" anchor="ctr" bIns="0" lIns="0" spcFirstLastPara="1" rIns="0" wrap="square" tIns="0">
            <a:noAutofit/>
          </a:bodyPr>
          <a:lstStyle/>
          <a:p>
            <a:pPr indent="0" lvl="0" marL="0" rtl="0" algn="ctr">
              <a:lnSpc>
                <a:spcPct val="90000"/>
              </a:lnSpc>
              <a:spcBef>
                <a:spcPts val="0"/>
              </a:spcBef>
              <a:spcAft>
                <a:spcPts val="0"/>
              </a:spcAft>
              <a:buClr>
                <a:schemeClr val="dk1"/>
              </a:buClr>
              <a:buSzPts val="4400"/>
              <a:buFont typeface="Arial"/>
              <a:buNone/>
            </a:pPr>
            <a:r>
              <a:rPr lang="en-US"/>
              <a:t>UML Structure</a:t>
            </a:r>
            <a:endParaRPr/>
          </a:p>
        </p:txBody>
      </p:sp>
      <p:sp>
        <p:nvSpPr>
          <p:cNvPr id="342" name="Google Shape;342;p35"/>
          <p:cNvSpPr txBox="1"/>
          <p:nvPr>
            <p:ph idx="4294967295" type="body"/>
          </p:nvPr>
        </p:nvSpPr>
        <p:spPr>
          <a:xfrm>
            <a:off x="504030" y="4662056"/>
            <a:ext cx="9072563" cy="2495489"/>
          </a:xfrm>
          <a:prstGeom prst="rect">
            <a:avLst/>
          </a:prstGeom>
          <a:noFill/>
          <a:ln>
            <a:noFill/>
          </a:ln>
        </p:spPr>
        <p:txBody>
          <a:bodyPr anchorCtr="0" anchor="t" bIns="50375" lIns="100775" spcFirstLastPara="1" rIns="100775" wrap="square" tIns="50375">
            <a:normAutofit/>
          </a:bodyPr>
          <a:lstStyle/>
          <a:p>
            <a:pPr indent="-228600" lvl="0" marL="228600" rtl="0" algn="l">
              <a:lnSpc>
                <a:spcPct val="90000"/>
              </a:lnSpc>
              <a:spcBef>
                <a:spcPts val="0"/>
              </a:spcBef>
              <a:spcAft>
                <a:spcPts val="0"/>
              </a:spcAft>
              <a:buClr>
                <a:schemeClr val="dk1"/>
              </a:buClr>
              <a:buSzPts val="2400"/>
              <a:buChar char="•"/>
            </a:pPr>
            <a:r>
              <a:rPr lang="en-US" sz="2400"/>
              <a:t>building blocks – these are the basic UML modeling elements, relationships and diagrams</a:t>
            </a:r>
            <a:endParaRPr/>
          </a:p>
          <a:p>
            <a:pPr indent="-228600" lvl="0" marL="228600" rtl="0" algn="l">
              <a:lnSpc>
                <a:spcPct val="90000"/>
              </a:lnSpc>
              <a:spcBef>
                <a:spcPts val="1000"/>
              </a:spcBef>
              <a:spcAft>
                <a:spcPts val="0"/>
              </a:spcAft>
              <a:buClr>
                <a:schemeClr val="dk1"/>
              </a:buClr>
              <a:buSzPts val="2400"/>
              <a:buChar char="•"/>
            </a:pPr>
            <a:r>
              <a:rPr lang="en-US" sz="2400"/>
              <a:t>common mechanisms – common UML ways of achieving specific goals;</a:t>
            </a:r>
            <a:endParaRPr/>
          </a:p>
          <a:p>
            <a:pPr indent="-228600" lvl="0" marL="228600" rtl="0" algn="l">
              <a:lnSpc>
                <a:spcPct val="90000"/>
              </a:lnSpc>
              <a:spcBef>
                <a:spcPts val="1000"/>
              </a:spcBef>
              <a:spcAft>
                <a:spcPts val="0"/>
              </a:spcAft>
              <a:buClr>
                <a:schemeClr val="dk1"/>
              </a:buClr>
              <a:buSzPts val="2400"/>
              <a:buChar char="•"/>
            </a:pPr>
            <a:r>
              <a:rPr lang="en-US" sz="2400"/>
              <a:t>architecture – standard view of a system’s architecture using different viewpoints</a:t>
            </a:r>
            <a:endParaRPr sz="3600"/>
          </a:p>
        </p:txBody>
      </p:sp>
      <p:pic>
        <p:nvPicPr>
          <p:cNvPr id="343" name="Google Shape;343;p35"/>
          <p:cNvPicPr preferRelativeResize="0"/>
          <p:nvPr/>
        </p:nvPicPr>
        <p:blipFill rotWithShape="1">
          <a:blip r:embed="rId3">
            <a:alphaModFix/>
          </a:blip>
          <a:srcRect b="0" l="0" r="0" t="0"/>
          <a:stretch/>
        </p:blipFill>
        <p:spPr>
          <a:xfrm>
            <a:off x="1507975" y="1844452"/>
            <a:ext cx="6967676" cy="2301875"/>
          </a:xfrm>
          <a:prstGeom prst="rect">
            <a:avLst/>
          </a:prstGeom>
          <a:noFill/>
          <a:ln>
            <a:noFill/>
          </a:ln>
        </p:spPr>
      </p:pic>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7" name="Shape 347"/>
        <p:cNvGrpSpPr/>
        <p:nvPr/>
      </p:nvGrpSpPr>
      <p:grpSpPr>
        <a:xfrm>
          <a:off x="0" y="0"/>
          <a:ext cx="0" cy="0"/>
          <a:chOff x="0" y="0"/>
          <a:chExt cx="0" cy="0"/>
        </a:xfrm>
      </p:grpSpPr>
      <p:sp>
        <p:nvSpPr>
          <p:cNvPr id="348" name="Google Shape;348;p36"/>
          <p:cNvSpPr txBox="1"/>
          <p:nvPr>
            <p:ph type="title"/>
          </p:nvPr>
        </p:nvSpPr>
        <p:spPr>
          <a:xfrm>
            <a:off x="504031" y="390226"/>
            <a:ext cx="8482314" cy="1258920"/>
          </a:xfrm>
          <a:prstGeom prst="rect">
            <a:avLst/>
          </a:prstGeom>
          <a:noFill/>
          <a:ln>
            <a:noFill/>
          </a:ln>
        </p:spPr>
        <p:txBody>
          <a:bodyPr anchorCtr="0" anchor="ctr" bIns="0" lIns="0" spcFirstLastPara="1" rIns="0" wrap="square" tIns="0">
            <a:noAutofit/>
          </a:bodyPr>
          <a:lstStyle/>
          <a:p>
            <a:pPr indent="0" lvl="0" marL="0" rtl="0" algn="ctr">
              <a:lnSpc>
                <a:spcPct val="90000"/>
              </a:lnSpc>
              <a:spcBef>
                <a:spcPts val="0"/>
              </a:spcBef>
              <a:spcAft>
                <a:spcPts val="0"/>
              </a:spcAft>
              <a:buClr>
                <a:schemeClr val="dk1"/>
              </a:buClr>
              <a:buSzPts val="4400"/>
              <a:buFont typeface="Arial"/>
              <a:buNone/>
            </a:pPr>
            <a:r>
              <a:rPr lang="en-US"/>
              <a:t>UML Building Blocks</a:t>
            </a:r>
            <a:endParaRPr/>
          </a:p>
        </p:txBody>
      </p:sp>
      <p:pic>
        <p:nvPicPr>
          <p:cNvPr id="349" name="Google Shape;349;p36"/>
          <p:cNvPicPr preferRelativeResize="0"/>
          <p:nvPr/>
        </p:nvPicPr>
        <p:blipFill rotWithShape="1">
          <a:blip r:embed="rId3">
            <a:alphaModFix/>
          </a:blip>
          <a:srcRect b="0" l="0" r="0" t="0"/>
          <a:stretch/>
        </p:blipFill>
        <p:spPr>
          <a:xfrm>
            <a:off x="1481959" y="1989548"/>
            <a:ext cx="7110248" cy="3867443"/>
          </a:xfrm>
          <a:prstGeom prst="rect">
            <a:avLst/>
          </a:prstGeom>
          <a:noFill/>
          <a:ln>
            <a:noFill/>
          </a:ln>
        </p:spPr>
      </p:pic>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3" name="Shape 353"/>
        <p:cNvGrpSpPr/>
        <p:nvPr/>
      </p:nvGrpSpPr>
      <p:grpSpPr>
        <a:xfrm>
          <a:off x="0" y="0"/>
          <a:ext cx="0" cy="0"/>
          <a:chOff x="0" y="0"/>
          <a:chExt cx="0" cy="0"/>
        </a:xfrm>
      </p:grpSpPr>
      <p:sp>
        <p:nvSpPr>
          <p:cNvPr id="354" name="Google Shape;354;p37"/>
          <p:cNvSpPr txBox="1"/>
          <p:nvPr>
            <p:ph type="title"/>
          </p:nvPr>
        </p:nvSpPr>
        <p:spPr>
          <a:xfrm>
            <a:off x="504031" y="141890"/>
            <a:ext cx="8482314" cy="1277007"/>
          </a:xfrm>
          <a:prstGeom prst="rect">
            <a:avLst/>
          </a:prstGeom>
          <a:noFill/>
          <a:ln>
            <a:noFill/>
          </a:ln>
        </p:spPr>
        <p:txBody>
          <a:bodyPr anchorCtr="0" anchor="ctr" bIns="0" lIns="0" spcFirstLastPara="1" rIns="0" wrap="square" tIns="0">
            <a:noAutofit/>
          </a:bodyPr>
          <a:lstStyle/>
          <a:p>
            <a:pPr indent="0" lvl="0" marL="0" rtl="0" algn="ctr">
              <a:lnSpc>
                <a:spcPct val="90000"/>
              </a:lnSpc>
              <a:spcBef>
                <a:spcPts val="0"/>
              </a:spcBef>
              <a:spcAft>
                <a:spcPts val="0"/>
              </a:spcAft>
              <a:buClr>
                <a:schemeClr val="dk1"/>
              </a:buClr>
              <a:buSzPts val="4400"/>
              <a:buFont typeface="Arial"/>
              <a:buNone/>
            </a:pPr>
            <a:r>
              <a:rPr lang="en-US"/>
              <a:t>Things (main entities)</a:t>
            </a:r>
            <a:endParaRPr/>
          </a:p>
        </p:txBody>
      </p:sp>
      <p:sp>
        <p:nvSpPr>
          <p:cNvPr id="355" name="Google Shape;355;p37"/>
          <p:cNvSpPr txBox="1"/>
          <p:nvPr>
            <p:ph idx="4294967295" type="body"/>
          </p:nvPr>
        </p:nvSpPr>
        <p:spPr>
          <a:xfrm>
            <a:off x="504031" y="980551"/>
            <a:ext cx="9072563" cy="5598572"/>
          </a:xfrm>
          <a:prstGeom prst="rect">
            <a:avLst/>
          </a:prstGeom>
          <a:noFill/>
          <a:ln>
            <a:noFill/>
          </a:ln>
        </p:spPr>
        <p:txBody>
          <a:bodyPr anchorCtr="0" anchor="t" bIns="50375" lIns="100775" spcFirstLastPara="1" rIns="100775" wrap="square" tIns="50375">
            <a:normAutofit/>
          </a:bodyPr>
          <a:lstStyle/>
          <a:p>
            <a:pPr indent="-209550" lvl="0" marL="228600" rtl="0" algn="l">
              <a:lnSpc>
                <a:spcPct val="90000"/>
              </a:lnSpc>
              <a:spcBef>
                <a:spcPts val="0"/>
              </a:spcBef>
              <a:spcAft>
                <a:spcPts val="0"/>
              </a:spcAft>
              <a:buClr>
                <a:schemeClr val="dk1"/>
              </a:buClr>
              <a:buSzPts val="2100"/>
              <a:buChar char="•"/>
            </a:pPr>
            <a:r>
              <a:rPr lang="en-US" sz="2100"/>
              <a:t>These are the modeling elements that are represented in UML diagrams.</a:t>
            </a:r>
            <a:endParaRPr sz="2200"/>
          </a:p>
          <a:p>
            <a:pPr indent="0" lvl="0" marL="0" rtl="0" algn="l">
              <a:lnSpc>
                <a:spcPct val="90000"/>
              </a:lnSpc>
              <a:spcBef>
                <a:spcPts val="1000"/>
              </a:spcBef>
              <a:spcAft>
                <a:spcPts val="0"/>
              </a:spcAft>
              <a:buClr>
                <a:schemeClr val="dk1"/>
              </a:buClr>
              <a:buSzPts val="3600"/>
              <a:buNone/>
            </a:pPr>
            <a:r>
              <a:t/>
            </a:r>
            <a:endParaRPr sz="3600"/>
          </a:p>
        </p:txBody>
      </p:sp>
      <p:grpSp>
        <p:nvGrpSpPr>
          <p:cNvPr id="356" name="Google Shape;356;p37"/>
          <p:cNvGrpSpPr/>
          <p:nvPr/>
        </p:nvGrpSpPr>
        <p:grpSpPr>
          <a:xfrm>
            <a:off x="401090" y="1764082"/>
            <a:ext cx="9278459" cy="5427533"/>
            <a:chOff x="-35466" y="6691"/>
            <a:chExt cx="9278459" cy="5427534"/>
          </a:xfrm>
        </p:grpSpPr>
        <p:sp>
          <p:nvSpPr>
            <p:cNvPr id="357" name="Google Shape;357;p37"/>
            <p:cNvSpPr/>
            <p:nvPr/>
          </p:nvSpPr>
          <p:spPr>
            <a:xfrm rot="5400000">
              <a:off x="-184293" y="155518"/>
              <a:ext cx="1465064" cy="1167409"/>
            </a:xfrm>
            <a:prstGeom prst="chevron">
              <a:avLst>
                <a:gd fmla="val 50000" name="adj"/>
              </a:avLst>
            </a:prstGeom>
            <a:solidFill>
              <a:schemeClr val="accent1"/>
            </a:solidFill>
            <a:ln cap="flat" cmpd="sng" w="2540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58" name="Google Shape;358;p37"/>
            <p:cNvSpPr txBox="1"/>
            <p:nvPr/>
          </p:nvSpPr>
          <p:spPr>
            <a:xfrm>
              <a:off x="-35465" y="590396"/>
              <a:ext cx="1167409" cy="297655"/>
            </a:xfrm>
            <a:prstGeom prst="rect">
              <a:avLst/>
            </a:prstGeom>
            <a:noFill/>
            <a:ln>
              <a:noFill/>
            </a:ln>
          </p:spPr>
          <p:txBody>
            <a:bodyPr anchorCtr="0" anchor="ctr" bIns="8875" lIns="8875" spcFirstLastPara="1" rIns="8875" wrap="square" tIns="8875">
              <a:noAutofit/>
            </a:bodyPr>
            <a:lstStyle/>
            <a:p>
              <a:pPr indent="0" lvl="0" marL="0" marR="0" rtl="0" algn="ctr">
                <a:lnSpc>
                  <a:spcPct val="90000"/>
                </a:lnSpc>
                <a:spcBef>
                  <a:spcPts val="0"/>
                </a:spcBef>
                <a:spcAft>
                  <a:spcPts val="0"/>
                </a:spcAft>
                <a:buClr>
                  <a:schemeClr val="lt1"/>
                </a:buClr>
                <a:buSzPts val="1400"/>
                <a:buFont typeface="Arial"/>
                <a:buNone/>
              </a:pPr>
              <a:r>
                <a:rPr b="0" i="0" lang="en-US" sz="1400" u="none" cap="none" strike="noStrike">
                  <a:solidFill>
                    <a:schemeClr val="lt1"/>
                  </a:solidFill>
                  <a:latin typeface="Arial"/>
                  <a:ea typeface="Arial"/>
                  <a:cs typeface="Arial"/>
                  <a:sym typeface="Arial"/>
                </a:rPr>
                <a:t>structural</a:t>
              </a:r>
              <a:endParaRPr b="0" i="0" sz="1300" u="none" cap="none" strike="noStrike">
                <a:solidFill>
                  <a:schemeClr val="lt1"/>
                </a:solidFill>
                <a:latin typeface="Arial"/>
                <a:ea typeface="Arial"/>
                <a:cs typeface="Arial"/>
                <a:sym typeface="Arial"/>
              </a:endParaRPr>
            </a:p>
          </p:txBody>
        </p:sp>
        <p:sp>
          <p:nvSpPr>
            <p:cNvPr id="359" name="Google Shape;359;p37"/>
            <p:cNvSpPr/>
            <p:nvPr/>
          </p:nvSpPr>
          <p:spPr>
            <a:xfrm rot="5400000">
              <a:off x="4675856" y="-3608154"/>
              <a:ext cx="952292" cy="8181982"/>
            </a:xfrm>
            <a:prstGeom prst="round2SameRect">
              <a:avLst>
                <a:gd fmla="val 16667" name="adj1"/>
                <a:gd fmla="val 0" name="adj2"/>
              </a:avLst>
            </a:prstGeom>
            <a:solidFill>
              <a:schemeClr val="lt1">
                <a:alpha val="89804"/>
              </a:schemeClr>
            </a:solidFill>
            <a:ln cap="flat" cmpd="sng" w="2540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60" name="Google Shape;360;p37"/>
            <p:cNvSpPr txBox="1"/>
            <p:nvPr/>
          </p:nvSpPr>
          <p:spPr>
            <a:xfrm>
              <a:off x="1061012" y="53177"/>
              <a:ext cx="8135495" cy="859318"/>
            </a:xfrm>
            <a:prstGeom prst="rect">
              <a:avLst/>
            </a:prstGeom>
            <a:noFill/>
            <a:ln>
              <a:noFill/>
            </a:ln>
          </p:spPr>
          <p:txBody>
            <a:bodyPr anchorCtr="0" anchor="ctr" bIns="13950" lIns="156450" spcFirstLastPara="1" rIns="13950" wrap="square" tIns="13950">
              <a:noAutofit/>
            </a:bodyPr>
            <a:lstStyle/>
            <a:p>
              <a:pPr indent="-228600" lvl="1" marL="228600" marR="0" rtl="0" algn="l">
                <a:lnSpc>
                  <a:spcPct val="90000"/>
                </a:lnSpc>
                <a:spcBef>
                  <a:spcPts val="0"/>
                </a:spcBef>
                <a:spcAft>
                  <a:spcPts val="0"/>
                </a:spcAft>
                <a:buClr>
                  <a:schemeClr val="dk1"/>
                </a:buClr>
                <a:buSzPts val="2200"/>
                <a:buFont typeface="Arial"/>
                <a:buChar char="•"/>
              </a:pPr>
              <a:r>
                <a:rPr b="0" i="0" lang="en-US" sz="2200" u="none" cap="none" strike="noStrike">
                  <a:solidFill>
                    <a:schemeClr val="dk1"/>
                  </a:solidFill>
                  <a:latin typeface="Arial"/>
                  <a:ea typeface="Arial"/>
                  <a:cs typeface="Arial"/>
                  <a:sym typeface="Arial"/>
                </a:rPr>
                <a:t>The structural things define the static part of Model.</a:t>
              </a:r>
              <a:endParaRPr b="0" i="0" sz="2200" u="none" cap="none" strike="noStrike">
                <a:solidFill>
                  <a:schemeClr val="dk1"/>
                </a:solidFill>
                <a:latin typeface="Arial"/>
                <a:ea typeface="Arial"/>
                <a:cs typeface="Arial"/>
                <a:sym typeface="Arial"/>
              </a:endParaRPr>
            </a:p>
            <a:p>
              <a:pPr indent="-228600" lvl="1" marL="228600" marR="0" rtl="0" algn="l">
                <a:lnSpc>
                  <a:spcPct val="90000"/>
                </a:lnSpc>
                <a:spcBef>
                  <a:spcPts val="330"/>
                </a:spcBef>
                <a:spcAft>
                  <a:spcPts val="0"/>
                </a:spcAft>
                <a:buClr>
                  <a:schemeClr val="dk1"/>
                </a:buClr>
                <a:buSzPts val="2200"/>
                <a:buFont typeface="Arial"/>
                <a:buChar char="•"/>
              </a:pPr>
              <a:r>
                <a:rPr b="0" i="0" lang="en-US" sz="2200" u="none" cap="none" strike="noStrike">
                  <a:solidFill>
                    <a:schemeClr val="dk1"/>
                  </a:solidFill>
                  <a:latin typeface="Arial"/>
                  <a:ea typeface="Arial"/>
                  <a:cs typeface="Arial"/>
                  <a:sym typeface="Arial"/>
                </a:rPr>
                <a:t>Eg. Class, Use Case, Interface, Component</a:t>
              </a:r>
              <a:endParaRPr b="0" i="0" sz="2200" u="none" cap="none" strike="noStrike">
                <a:solidFill>
                  <a:schemeClr val="dk1"/>
                </a:solidFill>
                <a:latin typeface="Arial"/>
                <a:ea typeface="Arial"/>
                <a:cs typeface="Arial"/>
                <a:sym typeface="Arial"/>
              </a:endParaRPr>
            </a:p>
          </p:txBody>
        </p:sp>
        <p:sp>
          <p:nvSpPr>
            <p:cNvPr id="361" name="Google Shape;361;p37"/>
            <p:cNvSpPr/>
            <p:nvPr/>
          </p:nvSpPr>
          <p:spPr>
            <a:xfrm rot="5400000">
              <a:off x="-255225" y="1547273"/>
              <a:ext cx="1465064" cy="1025545"/>
            </a:xfrm>
            <a:prstGeom prst="chevron">
              <a:avLst>
                <a:gd fmla="val 50000" name="adj"/>
              </a:avLst>
            </a:prstGeom>
            <a:solidFill>
              <a:schemeClr val="accent1"/>
            </a:solidFill>
            <a:ln cap="flat" cmpd="sng" w="2540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62" name="Google Shape;362;p37"/>
            <p:cNvSpPr txBox="1"/>
            <p:nvPr/>
          </p:nvSpPr>
          <p:spPr>
            <a:xfrm>
              <a:off x="-35465" y="1840287"/>
              <a:ext cx="1025545" cy="439519"/>
            </a:xfrm>
            <a:prstGeom prst="rect">
              <a:avLst/>
            </a:prstGeom>
            <a:noFill/>
            <a:ln>
              <a:noFill/>
            </a:ln>
          </p:spPr>
          <p:txBody>
            <a:bodyPr anchorCtr="0" anchor="ctr" bIns="10150" lIns="10150" spcFirstLastPara="1" rIns="10150" wrap="square" tIns="10150">
              <a:noAutofit/>
            </a:bodyPr>
            <a:lstStyle/>
            <a:p>
              <a:pPr indent="0" lvl="0" marL="0" marR="0" rtl="0" algn="ctr">
                <a:lnSpc>
                  <a:spcPct val="90000"/>
                </a:lnSpc>
                <a:spcBef>
                  <a:spcPts val="0"/>
                </a:spcBef>
                <a:spcAft>
                  <a:spcPts val="0"/>
                </a:spcAft>
                <a:buClr>
                  <a:schemeClr val="lt1"/>
                </a:buClr>
                <a:buSzPts val="1600"/>
                <a:buFont typeface="Arial"/>
                <a:buNone/>
              </a:pPr>
              <a:r>
                <a:rPr b="0" i="0" lang="en-US" sz="1600" u="none" cap="none" strike="noStrike">
                  <a:solidFill>
                    <a:schemeClr val="lt1"/>
                  </a:solidFill>
                  <a:latin typeface="Arial"/>
                  <a:ea typeface="Arial"/>
                  <a:cs typeface="Arial"/>
                  <a:sym typeface="Arial"/>
                </a:rPr>
                <a:t>Behavioral</a:t>
              </a:r>
              <a:endParaRPr b="0" i="0" sz="1600" u="none" cap="none" strike="noStrike">
                <a:solidFill>
                  <a:schemeClr val="lt1"/>
                </a:solidFill>
                <a:latin typeface="Arial"/>
                <a:ea typeface="Arial"/>
                <a:cs typeface="Arial"/>
                <a:sym typeface="Arial"/>
              </a:endParaRPr>
            </a:p>
          </p:txBody>
        </p:sp>
        <p:sp>
          <p:nvSpPr>
            <p:cNvPr id="363" name="Google Shape;363;p37"/>
            <p:cNvSpPr/>
            <p:nvPr/>
          </p:nvSpPr>
          <p:spPr>
            <a:xfrm rot="5400000">
              <a:off x="4583078" y="-2140553"/>
              <a:ext cx="952292" cy="8064734"/>
            </a:xfrm>
            <a:prstGeom prst="round2SameRect">
              <a:avLst>
                <a:gd fmla="val 16667" name="adj1"/>
                <a:gd fmla="val 0" name="adj2"/>
              </a:avLst>
            </a:prstGeom>
            <a:solidFill>
              <a:schemeClr val="lt1">
                <a:alpha val="89804"/>
              </a:schemeClr>
            </a:solidFill>
            <a:ln cap="flat" cmpd="sng" w="2540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64" name="Google Shape;364;p37"/>
            <p:cNvSpPr txBox="1"/>
            <p:nvPr/>
          </p:nvSpPr>
          <p:spPr>
            <a:xfrm>
              <a:off x="1026858" y="1462154"/>
              <a:ext cx="8018247" cy="859318"/>
            </a:xfrm>
            <a:prstGeom prst="rect">
              <a:avLst/>
            </a:prstGeom>
            <a:noFill/>
            <a:ln>
              <a:noFill/>
            </a:ln>
          </p:spPr>
          <p:txBody>
            <a:bodyPr anchorCtr="0" anchor="ctr" bIns="13950" lIns="156450" spcFirstLastPara="1" rIns="13950" wrap="square" tIns="13950">
              <a:noAutofit/>
            </a:bodyPr>
            <a:lstStyle/>
            <a:p>
              <a:pPr indent="-228600" lvl="1" marL="228600" marR="0" rtl="0" algn="l">
                <a:lnSpc>
                  <a:spcPct val="90000"/>
                </a:lnSpc>
                <a:spcBef>
                  <a:spcPts val="0"/>
                </a:spcBef>
                <a:spcAft>
                  <a:spcPts val="0"/>
                </a:spcAft>
                <a:buClr>
                  <a:schemeClr val="dk1"/>
                </a:buClr>
                <a:buSzPts val="2200"/>
                <a:buFont typeface="Arial"/>
                <a:buChar char="•"/>
              </a:pPr>
              <a:r>
                <a:rPr b="0" i="0" lang="en-US" sz="2200" u="none" cap="none" strike="noStrike">
                  <a:solidFill>
                    <a:schemeClr val="dk1"/>
                  </a:solidFill>
                  <a:latin typeface="Arial"/>
                  <a:ea typeface="Arial"/>
                  <a:cs typeface="Arial"/>
                  <a:sym typeface="Arial"/>
                </a:rPr>
                <a:t>The behavioral things consists of dynamic part of Model.</a:t>
              </a:r>
              <a:endParaRPr b="0" i="0" sz="2200" u="none" cap="none" strike="noStrike">
                <a:solidFill>
                  <a:schemeClr val="dk1"/>
                </a:solidFill>
                <a:latin typeface="Arial"/>
                <a:ea typeface="Arial"/>
                <a:cs typeface="Arial"/>
                <a:sym typeface="Arial"/>
              </a:endParaRPr>
            </a:p>
            <a:p>
              <a:pPr indent="-228600" lvl="1" marL="228600" marR="0" rtl="0" algn="l">
                <a:lnSpc>
                  <a:spcPct val="90000"/>
                </a:lnSpc>
                <a:spcBef>
                  <a:spcPts val="330"/>
                </a:spcBef>
                <a:spcAft>
                  <a:spcPts val="0"/>
                </a:spcAft>
                <a:buClr>
                  <a:schemeClr val="dk1"/>
                </a:buClr>
                <a:buSzPts val="2200"/>
                <a:buFont typeface="Arial"/>
                <a:buChar char="•"/>
              </a:pPr>
              <a:r>
                <a:rPr b="0" i="0" lang="en-US" sz="2200" u="none" cap="none" strike="noStrike">
                  <a:solidFill>
                    <a:schemeClr val="dk1"/>
                  </a:solidFill>
                  <a:latin typeface="Arial"/>
                  <a:ea typeface="Arial"/>
                  <a:cs typeface="Arial"/>
                  <a:sym typeface="Arial"/>
                </a:rPr>
                <a:t>Eg. Interaction, state machine</a:t>
              </a:r>
              <a:endParaRPr b="0" i="0" sz="2200" u="none" cap="none" strike="noStrike">
                <a:solidFill>
                  <a:schemeClr val="dk1"/>
                </a:solidFill>
                <a:latin typeface="Arial"/>
                <a:ea typeface="Arial"/>
                <a:cs typeface="Arial"/>
                <a:sym typeface="Arial"/>
              </a:endParaRPr>
            </a:p>
          </p:txBody>
        </p:sp>
        <p:sp>
          <p:nvSpPr>
            <p:cNvPr id="365" name="Google Shape;365;p37"/>
            <p:cNvSpPr/>
            <p:nvPr/>
          </p:nvSpPr>
          <p:spPr>
            <a:xfrm rot="5400000">
              <a:off x="-255225" y="2868096"/>
              <a:ext cx="1465064" cy="1025545"/>
            </a:xfrm>
            <a:prstGeom prst="chevron">
              <a:avLst>
                <a:gd fmla="val 50000" name="adj"/>
              </a:avLst>
            </a:prstGeom>
            <a:solidFill>
              <a:schemeClr val="accent1"/>
            </a:solidFill>
            <a:ln cap="flat" cmpd="sng" w="2540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66" name="Google Shape;366;p37"/>
            <p:cNvSpPr txBox="1"/>
            <p:nvPr/>
          </p:nvSpPr>
          <p:spPr>
            <a:xfrm>
              <a:off x="-35465" y="3161110"/>
              <a:ext cx="1025545" cy="439519"/>
            </a:xfrm>
            <a:prstGeom prst="rect">
              <a:avLst/>
            </a:prstGeom>
            <a:noFill/>
            <a:ln>
              <a:noFill/>
            </a:ln>
          </p:spPr>
          <p:txBody>
            <a:bodyPr anchorCtr="0" anchor="ctr" bIns="10150" lIns="10150" spcFirstLastPara="1" rIns="10150" wrap="square" tIns="10150">
              <a:noAutofit/>
            </a:bodyPr>
            <a:lstStyle/>
            <a:p>
              <a:pPr indent="0" lvl="0" marL="0" marR="0" rtl="0" algn="ctr">
                <a:lnSpc>
                  <a:spcPct val="90000"/>
                </a:lnSpc>
                <a:spcBef>
                  <a:spcPts val="0"/>
                </a:spcBef>
                <a:spcAft>
                  <a:spcPts val="0"/>
                </a:spcAft>
                <a:buClr>
                  <a:schemeClr val="lt1"/>
                </a:buClr>
                <a:buSzPts val="1600"/>
                <a:buFont typeface="Arial"/>
                <a:buNone/>
              </a:pPr>
              <a:r>
                <a:rPr b="0" i="0" lang="en-US" sz="1600" u="none" cap="none" strike="noStrike">
                  <a:solidFill>
                    <a:schemeClr val="lt1"/>
                  </a:solidFill>
                  <a:latin typeface="Arial"/>
                  <a:ea typeface="Arial"/>
                  <a:cs typeface="Arial"/>
                  <a:sym typeface="Arial"/>
                </a:rPr>
                <a:t>Grouping</a:t>
              </a:r>
              <a:endParaRPr b="0" i="0" sz="1600" u="none" cap="none" strike="noStrike">
                <a:solidFill>
                  <a:schemeClr val="lt1"/>
                </a:solidFill>
                <a:latin typeface="Arial"/>
                <a:ea typeface="Arial"/>
                <a:cs typeface="Arial"/>
                <a:sym typeface="Arial"/>
              </a:endParaRPr>
            </a:p>
          </p:txBody>
        </p:sp>
        <p:sp>
          <p:nvSpPr>
            <p:cNvPr id="367" name="Google Shape;367;p37"/>
            <p:cNvSpPr/>
            <p:nvPr/>
          </p:nvSpPr>
          <p:spPr>
            <a:xfrm rot="5400000">
              <a:off x="4604924" y="-966508"/>
              <a:ext cx="952292" cy="8181982"/>
            </a:xfrm>
            <a:prstGeom prst="round2SameRect">
              <a:avLst>
                <a:gd fmla="val 16667" name="adj1"/>
                <a:gd fmla="val 0" name="adj2"/>
              </a:avLst>
            </a:prstGeom>
            <a:solidFill>
              <a:schemeClr val="lt1">
                <a:alpha val="89804"/>
              </a:schemeClr>
            </a:solidFill>
            <a:ln cap="flat" cmpd="sng" w="2540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68" name="Google Shape;368;p37"/>
            <p:cNvSpPr txBox="1"/>
            <p:nvPr/>
          </p:nvSpPr>
          <p:spPr>
            <a:xfrm>
              <a:off x="990080" y="2694823"/>
              <a:ext cx="8135495" cy="859318"/>
            </a:xfrm>
            <a:prstGeom prst="rect">
              <a:avLst/>
            </a:prstGeom>
            <a:noFill/>
            <a:ln>
              <a:noFill/>
            </a:ln>
          </p:spPr>
          <p:txBody>
            <a:bodyPr anchorCtr="0" anchor="ctr" bIns="13950" lIns="156450" spcFirstLastPara="1" rIns="13950" wrap="square" tIns="13950">
              <a:noAutofit/>
            </a:bodyPr>
            <a:lstStyle/>
            <a:p>
              <a:pPr indent="-228600" lvl="1" marL="228600" marR="0" rtl="0" algn="l">
                <a:lnSpc>
                  <a:spcPct val="90000"/>
                </a:lnSpc>
                <a:spcBef>
                  <a:spcPts val="0"/>
                </a:spcBef>
                <a:spcAft>
                  <a:spcPts val="0"/>
                </a:spcAft>
                <a:buClr>
                  <a:schemeClr val="dk1"/>
                </a:buClr>
                <a:buSzPts val="2200"/>
                <a:buFont typeface="Arial"/>
                <a:buChar char="•"/>
              </a:pPr>
              <a:r>
                <a:rPr b="0" i="0" lang="en-US" sz="2200" u="none" cap="none" strike="noStrike">
                  <a:solidFill>
                    <a:schemeClr val="dk1"/>
                  </a:solidFill>
                  <a:latin typeface="Arial"/>
                  <a:ea typeface="Arial"/>
                  <a:cs typeface="Arial"/>
                  <a:sym typeface="Arial"/>
                </a:rPr>
                <a:t>Grouping things are the organizational parts of UML Model.</a:t>
              </a:r>
              <a:endParaRPr b="0" i="0" sz="2200" u="none" cap="none" strike="noStrike">
                <a:solidFill>
                  <a:schemeClr val="dk1"/>
                </a:solidFill>
                <a:latin typeface="Arial"/>
                <a:ea typeface="Arial"/>
                <a:cs typeface="Arial"/>
                <a:sym typeface="Arial"/>
              </a:endParaRPr>
            </a:p>
            <a:p>
              <a:pPr indent="-228600" lvl="2" marL="457200" marR="0" rtl="0" algn="l">
                <a:lnSpc>
                  <a:spcPct val="90000"/>
                </a:lnSpc>
                <a:spcBef>
                  <a:spcPts val="330"/>
                </a:spcBef>
                <a:spcAft>
                  <a:spcPts val="0"/>
                </a:spcAft>
                <a:buClr>
                  <a:schemeClr val="dk1"/>
                </a:buClr>
                <a:buSzPts val="2200"/>
                <a:buFont typeface="Arial"/>
                <a:buChar char="•"/>
              </a:pPr>
              <a:r>
                <a:rPr b="0" i="0" lang="en-US" sz="2200" u="none" cap="none" strike="noStrike">
                  <a:solidFill>
                    <a:schemeClr val="dk1"/>
                  </a:solidFill>
                  <a:latin typeface="Arial"/>
                  <a:ea typeface="Arial"/>
                  <a:cs typeface="Arial"/>
                  <a:sym typeface="Arial"/>
                </a:rPr>
                <a:t>Eg. Packages</a:t>
              </a:r>
              <a:endParaRPr b="0" i="0" sz="2200" u="none" cap="none" strike="noStrike">
                <a:solidFill>
                  <a:schemeClr val="dk1"/>
                </a:solidFill>
                <a:latin typeface="Arial"/>
                <a:ea typeface="Arial"/>
                <a:cs typeface="Arial"/>
                <a:sym typeface="Arial"/>
              </a:endParaRPr>
            </a:p>
          </p:txBody>
        </p:sp>
        <p:sp>
          <p:nvSpPr>
            <p:cNvPr id="369" name="Google Shape;369;p37"/>
            <p:cNvSpPr/>
            <p:nvPr/>
          </p:nvSpPr>
          <p:spPr>
            <a:xfrm rot="5400000">
              <a:off x="-218552" y="4152246"/>
              <a:ext cx="1465064" cy="1098892"/>
            </a:xfrm>
            <a:prstGeom prst="chevron">
              <a:avLst>
                <a:gd fmla="val 50000" name="adj"/>
              </a:avLst>
            </a:prstGeom>
            <a:solidFill>
              <a:schemeClr val="accent1"/>
            </a:solidFill>
            <a:ln cap="flat" cmpd="sng" w="2540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70" name="Google Shape;370;p37"/>
            <p:cNvSpPr txBox="1"/>
            <p:nvPr/>
          </p:nvSpPr>
          <p:spPr>
            <a:xfrm>
              <a:off x="-35466" y="4518606"/>
              <a:ext cx="1098892" cy="366172"/>
            </a:xfrm>
            <a:prstGeom prst="rect">
              <a:avLst/>
            </a:prstGeom>
            <a:noFill/>
            <a:ln>
              <a:noFill/>
            </a:ln>
          </p:spPr>
          <p:txBody>
            <a:bodyPr anchorCtr="0" anchor="ctr" bIns="8875" lIns="8875" spcFirstLastPara="1" rIns="8875" wrap="square" tIns="8875">
              <a:noAutofit/>
            </a:bodyPr>
            <a:lstStyle/>
            <a:p>
              <a:pPr indent="0" lvl="0" marL="0" marR="0" rtl="0" algn="ctr">
                <a:lnSpc>
                  <a:spcPct val="90000"/>
                </a:lnSpc>
                <a:spcBef>
                  <a:spcPts val="0"/>
                </a:spcBef>
                <a:spcAft>
                  <a:spcPts val="0"/>
                </a:spcAft>
                <a:buClr>
                  <a:schemeClr val="lt1"/>
                </a:buClr>
                <a:buSzPts val="1400"/>
                <a:buFont typeface="Arial"/>
                <a:buNone/>
              </a:pPr>
              <a:r>
                <a:rPr b="0" i="0" lang="en-US" sz="1400" u="none" cap="none" strike="noStrike">
                  <a:solidFill>
                    <a:schemeClr val="lt1"/>
                  </a:solidFill>
                  <a:latin typeface="Arial"/>
                  <a:ea typeface="Arial"/>
                  <a:cs typeface="Arial"/>
                  <a:sym typeface="Arial"/>
                </a:rPr>
                <a:t>Annotational</a:t>
              </a:r>
              <a:r>
                <a:rPr b="0" i="0" lang="en-US" sz="1300" u="none" cap="none" strike="noStrike">
                  <a:solidFill>
                    <a:schemeClr val="lt1"/>
                  </a:solidFill>
                  <a:latin typeface="Arial"/>
                  <a:ea typeface="Arial"/>
                  <a:cs typeface="Arial"/>
                  <a:sym typeface="Arial"/>
                </a:rPr>
                <a:t>	</a:t>
              </a:r>
              <a:endParaRPr b="0" i="0" sz="1300" u="none" cap="none" strike="noStrike">
                <a:solidFill>
                  <a:schemeClr val="lt1"/>
                </a:solidFill>
                <a:latin typeface="Arial"/>
                <a:ea typeface="Arial"/>
                <a:cs typeface="Arial"/>
                <a:sym typeface="Arial"/>
              </a:endParaRPr>
            </a:p>
          </p:txBody>
        </p:sp>
        <p:sp>
          <p:nvSpPr>
            <p:cNvPr id="371" name="Google Shape;371;p37"/>
            <p:cNvSpPr/>
            <p:nvPr/>
          </p:nvSpPr>
          <p:spPr>
            <a:xfrm rot="5400000">
              <a:off x="4579246" y="509269"/>
              <a:ext cx="952792" cy="8033806"/>
            </a:xfrm>
            <a:prstGeom prst="round2SameRect">
              <a:avLst>
                <a:gd fmla="val 16667" name="adj1"/>
                <a:gd fmla="val 0" name="adj2"/>
              </a:avLst>
            </a:prstGeom>
            <a:solidFill>
              <a:schemeClr val="lt1">
                <a:alpha val="89804"/>
              </a:schemeClr>
            </a:solidFill>
            <a:ln cap="flat" cmpd="sng" w="2540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72" name="Google Shape;372;p37"/>
            <p:cNvSpPr txBox="1"/>
            <p:nvPr/>
          </p:nvSpPr>
          <p:spPr>
            <a:xfrm>
              <a:off x="1038740" y="4096287"/>
              <a:ext cx="7987295" cy="859770"/>
            </a:xfrm>
            <a:prstGeom prst="rect">
              <a:avLst/>
            </a:prstGeom>
            <a:noFill/>
            <a:ln>
              <a:noFill/>
            </a:ln>
          </p:spPr>
          <p:txBody>
            <a:bodyPr anchorCtr="0" anchor="ctr" bIns="13950" lIns="156450" spcFirstLastPara="1" rIns="13950" wrap="square" tIns="13950">
              <a:noAutofit/>
            </a:bodyPr>
            <a:lstStyle/>
            <a:p>
              <a:pPr indent="-228600" lvl="1" marL="228600" marR="0" rtl="0" algn="l">
                <a:lnSpc>
                  <a:spcPct val="90000"/>
                </a:lnSpc>
                <a:spcBef>
                  <a:spcPts val="0"/>
                </a:spcBef>
                <a:spcAft>
                  <a:spcPts val="0"/>
                </a:spcAft>
                <a:buClr>
                  <a:schemeClr val="dk1"/>
                </a:buClr>
                <a:buSzPts val="2200"/>
                <a:buFont typeface="Arial"/>
                <a:buChar char="•"/>
              </a:pPr>
              <a:r>
                <a:rPr b="0" i="0" lang="en-US" sz="2200" u="none" cap="none" strike="noStrike">
                  <a:solidFill>
                    <a:schemeClr val="dk1"/>
                  </a:solidFill>
                  <a:latin typeface="Arial"/>
                  <a:ea typeface="Arial"/>
                  <a:cs typeface="Arial"/>
                  <a:sym typeface="Arial"/>
                </a:rPr>
                <a:t>Annotational things are the explanatory part of UML Model.</a:t>
              </a:r>
              <a:endParaRPr b="0" i="0" sz="2200" u="none" cap="none" strike="noStrike">
                <a:solidFill>
                  <a:schemeClr val="dk1"/>
                </a:solidFill>
                <a:latin typeface="Arial"/>
                <a:ea typeface="Arial"/>
                <a:cs typeface="Arial"/>
                <a:sym typeface="Arial"/>
              </a:endParaRPr>
            </a:p>
            <a:p>
              <a:pPr indent="-228600" lvl="1" marL="228600" marR="0" rtl="0" algn="l">
                <a:lnSpc>
                  <a:spcPct val="90000"/>
                </a:lnSpc>
                <a:spcBef>
                  <a:spcPts val="330"/>
                </a:spcBef>
                <a:spcAft>
                  <a:spcPts val="0"/>
                </a:spcAft>
                <a:buClr>
                  <a:schemeClr val="dk1"/>
                </a:buClr>
                <a:buSzPts val="2200"/>
                <a:buFont typeface="Arial"/>
                <a:buChar char="•"/>
              </a:pPr>
              <a:r>
                <a:rPr b="0" i="0" lang="en-US" sz="2200" u="none" cap="none" strike="noStrike">
                  <a:solidFill>
                    <a:schemeClr val="dk1"/>
                  </a:solidFill>
                  <a:latin typeface="Arial"/>
                  <a:ea typeface="Arial"/>
                  <a:cs typeface="Arial"/>
                  <a:sym typeface="Arial"/>
                </a:rPr>
                <a:t>Eg. Note</a:t>
              </a:r>
              <a:endParaRPr b="0" i="0" sz="2200" u="none" cap="none" strike="noStrike">
                <a:solidFill>
                  <a:schemeClr val="dk1"/>
                </a:solidFill>
                <a:latin typeface="Arial"/>
                <a:ea typeface="Arial"/>
                <a:cs typeface="Arial"/>
                <a:sym typeface="Arial"/>
              </a:endParaRPr>
            </a:p>
          </p:txBody>
        </p:sp>
      </p:gr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6" name="Shape 376"/>
        <p:cNvGrpSpPr/>
        <p:nvPr/>
      </p:nvGrpSpPr>
      <p:grpSpPr>
        <a:xfrm>
          <a:off x="0" y="0"/>
          <a:ext cx="0" cy="0"/>
          <a:chOff x="0" y="0"/>
          <a:chExt cx="0" cy="0"/>
        </a:xfrm>
      </p:grpSpPr>
      <p:sp>
        <p:nvSpPr>
          <p:cNvPr id="377" name="Google Shape;377;p38"/>
          <p:cNvSpPr txBox="1"/>
          <p:nvPr>
            <p:ph type="title"/>
          </p:nvPr>
        </p:nvSpPr>
        <p:spPr>
          <a:xfrm>
            <a:off x="504031" y="390226"/>
            <a:ext cx="8482314" cy="1258920"/>
          </a:xfrm>
          <a:prstGeom prst="rect">
            <a:avLst/>
          </a:prstGeom>
          <a:noFill/>
          <a:ln>
            <a:noFill/>
          </a:ln>
        </p:spPr>
        <p:txBody>
          <a:bodyPr anchorCtr="0" anchor="ctr" bIns="0" lIns="0" spcFirstLastPara="1" rIns="0" wrap="square" tIns="0">
            <a:noAutofit/>
          </a:bodyPr>
          <a:lstStyle/>
          <a:p>
            <a:pPr indent="0" lvl="0" marL="0" rtl="0" algn="ctr">
              <a:lnSpc>
                <a:spcPct val="90000"/>
              </a:lnSpc>
              <a:spcBef>
                <a:spcPts val="0"/>
              </a:spcBef>
              <a:spcAft>
                <a:spcPts val="0"/>
              </a:spcAft>
              <a:buClr>
                <a:schemeClr val="dk1"/>
              </a:buClr>
              <a:buSzPts val="4400"/>
              <a:buFont typeface="Arial"/>
              <a:buNone/>
            </a:pPr>
            <a:r>
              <a:rPr lang="en-US"/>
              <a:t>Relationships</a:t>
            </a:r>
            <a:endParaRPr/>
          </a:p>
        </p:txBody>
      </p:sp>
      <p:sp>
        <p:nvSpPr>
          <p:cNvPr id="378" name="Google Shape;378;p38"/>
          <p:cNvSpPr txBox="1"/>
          <p:nvPr>
            <p:ph idx="4294967295" type="body"/>
          </p:nvPr>
        </p:nvSpPr>
        <p:spPr>
          <a:xfrm>
            <a:off x="504030" y="1595616"/>
            <a:ext cx="9072563" cy="5375769"/>
          </a:xfrm>
          <a:prstGeom prst="rect">
            <a:avLst/>
          </a:prstGeom>
          <a:noFill/>
          <a:ln>
            <a:noFill/>
          </a:ln>
        </p:spPr>
        <p:txBody>
          <a:bodyPr anchorCtr="0" anchor="t" bIns="50375" lIns="100775" spcFirstLastPara="1" rIns="100775" wrap="square" tIns="50375">
            <a:normAutofit/>
          </a:bodyPr>
          <a:lstStyle/>
          <a:p>
            <a:pPr indent="-228600" lvl="0" marL="228600" rtl="0" algn="l">
              <a:lnSpc>
                <a:spcPct val="90000"/>
              </a:lnSpc>
              <a:spcBef>
                <a:spcPts val="0"/>
              </a:spcBef>
              <a:spcAft>
                <a:spcPts val="0"/>
              </a:spcAft>
              <a:buClr>
                <a:schemeClr val="dk1"/>
              </a:buClr>
              <a:buSzPts val="2400"/>
              <a:buChar char="•"/>
            </a:pPr>
            <a:r>
              <a:rPr lang="en-US" sz="2400"/>
              <a:t>How elements/things are associated with each other. </a:t>
            </a:r>
            <a:endParaRPr/>
          </a:p>
          <a:p>
            <a:pPr indent="-228600" lvl="0" marL="228600" rtl="0" algn="l">
              <a:lnSpc>
                <a:spcPct val="90000"/>
              </a:lnSpc>
              <a:spcBef>
                <a:spcPts val="1000"/>
              </a:spcBef>
              <a:spcAft>
                <a:spcPts val="0"/>
              </a:spcAft>
              <a:buClr>
                <a:schemeClr val="dk1"/>
              </a:buClr>
              <a:buSzPts val="2400"/>
              <a:buChar char="•"/>
            </a:pPr>
            <a:r>
              <a:rPr lang="en-US" sz="2400"/>
              <a:t>It is used to show interaction within the elements in the system.</a:t>
            </a:r>
            <a:endParaRPr/>
          </a:p>
          <a:p>
            <a:pPr indent="0" lvl="0" marL="0" rtl="0" algn="l">
              <a:lnSpc>
                <a:spcPct val="90000"/>
              </a:lnSpc>
              <a:spcBef>
                <a:spcPts val="1000"/>
              </a:spcBef>
              <a:spcAft>
                <a:spcPts val="0"/>
              </a:spcAft>
              <a:buClr>
                <a:schemeClr val="dk1"/>
              </a:buClr>
              <a:buSzPts val="2400"/>
              <a:buNone/>
            </a:pPr>
            <a:r>
              <a:t/>
            </a:r>
            <a:endParaRPr sz="2400"/>
          </a:p>
          <a:p>
            <a:pPr indent="0" lvl="0" marL="0" rtl="0" algn="l">
              <a:lnSpc>
                <a:spcPct val="90000"/>
              </a:lnSpc>
              <a:spcBef>
                <a:spcPts val="1000"/>
              </a:spcBef>
              <a:spcAft>
                <a:spcPts val="0"/>
              </a:spcAft>
              <a:buClr>
                <a:schemeClr val="dk1"/>
              </a:buClr>
              <a:buSzPts val="2400"/>
              <a:buNone/>
            </a:pPr>
            <a:r>
              <a:rPr b="1" lang="en-US" sz="2400"/>
              <a:t>Types of Relationship – </a:t>
            </a:r>
            <a:endParaRPr/>
          </a:p>
          <a:p>
            <a:pPr indent="-457200" lvl="0" marL="457200" rtl="0" algn="l">
              <a:lnSpc>
                <a:spcPct val="90000"/>
              </a:lnSpc>
              <a:spcBef>
                <a:spcPts val="1000"/>
              </a:spcBef>
              <a:spcAft>
                <a:spcPts val="0"/>
              </a:spcAft>
              <a:buClr>
                <a:schemeClr val="dk1"/>
              </a:buClr>
              <a:buSzPts val="2400"/>
              <a:buAutoNum type="arabicPeriod"/>
            </a:pPr>
            <a:r>
              <a:rPr lang="en-US" sz="2400"/>
              <a:t>Association</a:t>
            </a:r>
            <a:endParaRPr/>
          </a:p>
          <a:p>
            <a:pPr indent="-457200" lvl="0" marL="457200" rtl="0" algn="l">
              <a:lnSpc>
                <a:spcPct val="90000"/>
              </a:lnSpc>
              <a:spcBef>
                <a:spcPts val="1000"/>
              </a:spcBef>
              <a:spcAft>
                <a:spcPts val="0"/>
              </a:spcAft>
              <a:buClr>
                <a:schemeClr val="dk1"/>
              </a:buClr>
              <a:buSzPts val="2400"/>
              <a:buAutoNum type="arabicPeriod"/>
            </a:pPr>
            <a:r>
              <a:rPr lang="en-US" sz="2400"/>
              <a:t>Aggregation</a:t>
            </a:r>
            <a:endParaRPr/>
          </a:p>
          <a:p>
            <a:pPr indent="-457200" lvl="0" marL="457200" rtl="0" algn="l">
              <a:lnSpc>
                <a:spcPct val="90000"/>
              </a:lnSpc>
              <a:spcBef>
                <a:spcPts val="1000"/>
              </a:spcBef>
              <a:spcAft>
                <a:spcPts val="0"/>
              </a:spcAft>
              <a:buClr>
                <a:schemeClr val="dk1"/>
              </a:buClr>
              <a:buSzPts val="2400"/>
              <a:buAutoNum type="arabicPeriod"/>
            </a:pPr>
            <a:r>
              <a:rPr lang="en-US" sz="2400"/>
              <a:t>Composition</a:t>
            </a:r>
            <a:endParaRPr/>
          </a:p>
          <a:p>
            <a:pPr indent="-457200" lvl="0" marL="457200" rtl="0" algn="l">
              <a:lnSpc>
                <a:spcPct val="90000"/>
              </a:lnSpc>
              <a:spcBef>
                <a:spcPts val="1000"/>
              </a:spcBef>
              <a:spcAft>
                <a:spcPts val="0"/>
              </a:spcAft>
              <a:buClr>
                <a:schemeClr val="dk1"/>
              </a:buClr>
              <a:buSzPts val="2400"/>
              <a:buAutoNum type="arabicPeriod"/>
            </a:pPr>
            <a:r>
              <a:rPr lang="en-US" sz="2400"/>
              <a:t>Generalization</a:t>
            </a:r>
            <a:endParaRPr/>
          </a:p>
          <a:p>
            <a:pPr indent="-457200" lvl="0" marL="457200" rtl="0" algn="l">
              <a:lnSpc>
                <a:spcPct val="90000"/>
              </a:lnSpc>
              <a:spcBef>
                <a:spcPts val="1000"/>
              </a:spcBef>
              <a:spcAft>
                <a:spcPts val="0"/>
              </a:spcAft>
              <a:buClr>
                <a:schemeClr val="dk1"/>
              </a:buClr>
              <a:buSzPts val="2400"/>
              <a:buAutoNum type="arabicPeriod"/>
            </a:pPr>
            <a:r>
              <a:rPr lang="en-US" sz="2400"/>
              <a:t>Realization</a:t>
            </a:r>
            <a:endParaRPr/>
          </a:p>
          <a:p>
            <a:pPr indent="-457200" lvl="0" marL="457200" rtl="0" algn="l">
              <a:lnSpc>
                <a:spcPct val="90000"/>
              </a:lnSpc>
              <a:spcBef>
                <a:spcPts val="1000"/>
              </a:spcBef>
              <a:spcAft>
                <a:spcPts val="0"/>
              </a:spcAft>
              <a:buClr>
                <a:schemeClr val="dk1"/>
              </a:buClr>
              <a:buSzPts val="2400"/>
              <a:buAutoNum type="arabicPeriod"/>
            </a:pPr>
            <a:r>
              <a:rPr lang="en-US" sz="2400"/>
              <a:t>Dependency</a:t>
            </a:r>
            <a:endParaRPr/>
          </a:p>
        </p:txBody>
      </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2" name="Shape 382"/>
        <p:cNvGrpSpPr/>
        <p:nvPr/>
      </p:nvGrpSpPr>
      <p:grpSpPr>
        <a:xfrm>
          <a:off x="0" y="0"/>
          <a:ext cx="0" cy="0"/>
          <a:chOff x="0" y="0"/>
          <a:chExt cx="0" cy="0"/>
        </a:xfrm>
      </p:grpSpPr>
      <p:sp>
        <p:nvSpPr>
          <p:cNvPr id="383" name="Google Shape;383;p39"/>
          <p:cNvSpPr txBox="1"/>
          <p:nvPr>
            <p:ph idx="4294967295" type="body"/>
          </p:nvPr>
        </p:nvSpPr>
        <p:spPr>
          <a:xfrm>
            <a:off x="504030" y="1595616"/>
            <a:ext cx="9072563" cy="5375769"/>
          </a:xfrm>
          <a:prstGeom prst="rect">
            <a:avLst/>
          </a:prstGeom>
          <a:noFill/>
          <a:ln>
            <a:noFill/>
          </a:ln>
        </p:spPr>
        <p:txBody>
          <a:bodyPr anchorCtr="0" anchor="t" bIns="50375" lIns="100775" spcFirstLastPara="1" rIns="100775" wrap="square" tIns="50375">
            <a:normAutofit lnSpcReduction="10000"/>
          </a:bodyPr>
          <a:lstStyle/>
          <a:p>
            <a:pPr indent="-228600" lvl="0" marL="228600" rtl="0" algn="l">
              <a:lnSpc>
                <a:spcPct val="90000"/>
              </a:lnSpc>
              <a:spcBef>
                <a:spcPts val="0"/>
              </a:spcBef>
              <a:spcAft>
                <a:spcPts val="0"/>
              </a:spcAft>
              <a:buClr>
                <a:schemeClr val="dk1"/>
              </a:buClr>
              <a:buSzPts val="2800"/>
              <a:buChar char="•"/>
            </a:pPr>
            <a:r>
              <a:rPr lang="en-US"/>
              <a:t>This relationship describes a </a:t>
            </a:r>
            <a:r>
              <a:rPr lang="en-US"/>
              <a:t>set of link.</a:t>
            </a:r>
            <a:endParaRPr/>
          </a:p>
          <a:p>
            <a:pPr indent="-228600" lvl="0" marL="228600" rtl="0" algn="l">
              <a:lnSpc>
                <a:spcPct val="90000"/>
              </a:lnSpc>
              <a:spcBef>
                <a:spcPts val="1000"/>
              </a:spcBef>
              <a:spcAft>
                <a:spcPts val="0"/>
              </a:spcAft>
              <a:buClr>
                <a:schemeClr val="dk1"/>
              </a:buClr>
              <a:buSzPts val="2800"/>
              <a:buChar char="•"/>
            </a:pPr>
            <a:r>
              <a:rPr lang="en-US"/>
              <a:t>It </a:t>
            </a:r>
            <a:r>
              <a:rPr lang="en-US"/>
              <a:t>also describes how many objects are taking part in the relationship.</a:t>
            </a:r>
            <a:endParaRPr/>
          </a:p>
          <a:p>
            <a:pPr indent="-228600" lvl="0" marL="228600" rtl="0" algn="l">
              <a:lnSpc>
                <a:spcPct val="90000"/>
              </a:lnSpc>
              <a:spcBef>
                <a:spcPts val="1000"/>
              </a:spcBef>
              <a:spcAft>
                <a:spcPts val="0"/>
              </a:spcAft>
              <a:buSzPts val="2800"/>
              <a:buChar char="•"/>
            </a:pPr>
            <a:r>
              <a:rPr lang="en-US"/>
              <a:t>No ownership</a:t>
            </a:r>
            <a:endParaRPr/>
          </a:p>
          <a:p>
            <a:pPr indent="-228600" lvl="0" marL="228600" rtl="0" algn="l">
              <a:lnSpc>
                <a:spcPct val="90000"/>
              </a:lnSpc>
              <a:spcBef>
                <a:spcPts val="1000"/>
              </a:spcBef>
              <a:spcAft>
                <a:spcPts val="0"/>
              </a:spcAft>
              <a:buClr>
                <a:schemeClr val="dk1"/>
              </a:buClr>
              <a:buSzPts val="2800"/>
              <a:buChar char="•"/>
            </a:pPr>
            <a:r>
              <a:rPr lang="en-US"/>
              <a:t>Symbol: A plain solid line</a:t>
            </a:r>
            <a:endParaRPr/>
          </a:p>
          <a:p>
            <a:pPr indent="0" lvl="0" marL="0" rtl="0" algn="l">
              <a:lnSpc>
                <a:spcPct val="90000"/>
              </a:lnSpc>
              <a:spcBef>
                <a:spcPts val="1000"/>
              </a:spcBef>
              <a:spcAft>
                <a:spcPts val="0"/>
              </a:spcAft>
              <a:buClr>
                <a:schemeClr val="dk1"/>
              </a:buClr>
              <a:buSzPts val="2800"/>
              <a:buNone/>
            </a:pPr>
            <a:r>
              <a:rPr lang="en-US"/>
              <a:t>	</a:t>
            </a:r>
            <a:endParaRPr/>
          </a:p>
          <a:p>
            <a:pPr indent="-228600" lvl="0" marL="228600" rtl="0" algn="l">
              <a:lnSpc>
                <a:spcPct val="90000"/>
              </a:lnSpc>
              <a:spcBef>
                <a:spcPts val="1000"/>
              </a:spcBef>
              <a:spcAft>
                <a:spcPts val="0"/>
              </a:spcAft>
              <a:buClr>
                <a:schemeClr val="dk1"/>
              </a:buClr>
              <a:buSzPts val="2800"/>
              <a:buChar char="•"/>
            </a:pPr>
            <a:r>
              <a:rPr lang="en-US"/>
              <a:t>Direction (optional): Arrow at one or both ends</a:t>
            </a:r>
            <a:endParaRPr/>
          </a:p>
          <a:p>
            <a:pPr indent="-50800" lvl="0" marL="228600" rtl="0" algn="l">
              <a:lnSpc>
                <a:spcPct val="90000"/>
              </a:lnSpc>
              <a:spcBef>
                <a:spcPts val="1000"/>
              </a:spcBef>
              <a:spcAft>
                <a:spcPts val="0"/>
              </a:spcAft>
              <a:buClr>
                <a:schemeClr val="dk1"/>
              </a:buClr>
              <a:buSzPts val="2800"/>
              <a:buNone/>
            </a:pPr>
            <a:r>
              <a:t/>
            </a:r>
            <a:endParaRPr/>
          </a:p>
          <a:p>
            <a:pPr indent="-228600" lvl="0" marL="228600" rtl="0" algn="l">
              <a:lnSpc>
                <a:spcPct val="90000"/>
              </a:lnSpc>
              <a:spcBef>
                <a:spcPts val="1000"/>
              </a:spcBef>
              <a:spcAft>
                <a:spcPts val="0"/>
              </a:spcAft>
              <a:buClr>
                <a:schemeClr val="dk1"/>
              </a:buClr>
              <a:buSzPts val="2800"/>
              <a:buChar char="•"/>
            </a:pPr>
            <a:r>
              <a:rPr lang="en-US"/>
              <a:t>Example:</a:t>
            </a:r>
            <a:endParaRPr/>
          </a:p>
          <a:p>
            <a:pPr indent="0" lvl="0" marL="0" rtl="0" algn="l">
              <a:lnSpc>
                <a:spcPct val="90000"/>
              </a:lnSpc>
              <a:spcBef>
                <a:spcPts val="1000"/>
              </a:spcBef>
              <a:spcAft>
                <a:spcPts val="0"/>
              </a:spcAft>
              <a:buClr>
                <a:schemeClr val="dk1"/>
              </a:buClr>
              <a:buSzPts val="2800"/>
              <a:buNone/>
            </a:pPr>
            <a:r>
              <a:rPr lang="en-US"/>
              <a:t>	Customer                  Product  </a:t>
            </a:r>
            <a:endParaRPr/>
          </a:p>
          <a:p>
            <a:pPr indent="0" lvl="0" marL="0" rtl="0" algn="l">
              <a:lnSpc>
                <a:spcPct val="90000"/>
              </a:lnSpc>
              <a:spcBef>
                <a:spcPts val="1000"/>
              </a:spcBef>
              <a:spcAft>
                <a:spcPts val="0"/>
              </a:spcAft>
              <a:buClr>
                <a:schemeClr val="dk1"/>
              </a:buClr>
              <a:buSzPts val="2800"/>
              <a:buNone/>
            </a:pPr>
            <a:r>
              <a:rPr lang="en-US"/>
              <a:t>(Customer buys Product)</a:t>
            </a:r>
            <a:endParaRPr/>
          </a:p>
        </p:txBody>
      </p:sp>
      <p:sp>
        <p:nvSpPr>
          <p:cNvPr id="384" name="Google Shape;384;p39"/>
          <p:cNvSpPr txBox="1"/>
          <p:nvPr>
            <p:ph type="title"/>
          </p:nvPr>
        </p:nvSpPr>
        <p:spPr>
          <a:xfrm>
            <a:off x="504031" y="390226"/>
            <a:ext cx="8482314" cy="1258920"/>
          </a:xfrm>
          <a:prstGeom prst="rect">
            <a:avLst/>
          </a:prstGeom>
          <a:noFill/>
          <a:ln>
            <a:noFill/>
          </a:ln>
        </p:spPr>
        <p:txBody>
          <a:bodyPr anchorCtr="0" anchor="ctr" bIns="0" lIns="0" spcFirstLastPara="1" rIns="0" wrap="square" tIns="0">
            <a:noAutofit/>
          </a:bodyPr>
          <a:lstStyle/>
          <a:p>
            <a:pPr indent="0" lvl="0" marL="0" rtl="0" algn="ctr">
              <a:lnSpc>
                <a:spcPct val="90000"/>
              </a:lnSpc>
              <a:spcBef>
                <a:spcPts val="0"/>
              </a:spcBef>
              <a:spcAft>
                <a:spcPts val="0"/>
              </a:spcAft>
              <a:buClr>
                <a:schemeClr val="dk1"/>
              </a:buClr>
              <a:buSzPts val="4400"/>
              <a:buFont typeface="Arial"/>
              <a:buNone/>
            </a:pPr>
            <a:r>
              <a:rPr lang="en-US"/>
              <a:t>Association</a:t>
            </a:r>
            <a:endParaRPr/>
          </a:p>
        </p:txBody>
      </p:sp>
      <p:cxnSp>
        <p:nvCxnSpPr>
          <p:cNvPr id="385" name="Google Shape;385;p39"/>
          <p:cNvCxnSpPr/>
          <p:nvPr/>
        </p:nvCxnSpPr>
        <p:spPr>
          <a:xfrm>
            <a:off x="5236026" y="3634854"/>
            <a:ext cx="2475300" cy="0"/>
          </a:xfrm>
          <a:prstGeom prst="straightConnector1">
            <a:avLst/>
          </a:prstGeom>
          <a:noFill/>
          <a:ln cap="flat" cmpd="sng" w="57150">
            <a:solidFill>
              <a:schemeClr val="dk1"/>
            </a:solidFill>
            <a:prstDash val="solid"/>
            <a:round/>
            <a:headEnd len="sm" w="sm" type="none"/>
            <a:tailEnd len="sm" w="sm" type="none"/>
          </a:ln>
        </p:spPr>
      </p:cxnSp>
      <p:cxnSp>
        <p:nvCxnSpPr>
          <p:cNvPr id="386" name="Google Shape;386;p39"/>
          <p:cNvCxnSpPr/>
          <p:nvPr/>
        </p:nvCxnSpPr>
        <p:spPr>
          <a:xfrm>
            <a:off x="2758669" y="5941136"/>
            <a:ext cx="1377000" cy="0"/>
          </a:xfrm>
          <a:prstGeom prst="straightConnector1">
            <a:avLst/>
          </a:prstGeom>
          <a:noFill/>
          <a:ln cap="flat" cmpd="sng" w="57150">
            <a:solidFill>
              <a:schemeClr val="dk1"/>
            </a:solidFill>
            <a:prstDash val="solid"/>
            <a:round/>
            <a:headEnd len="sm" w="sm" type="none"/>
            <a:tailEnd len="sm" w="sm" type="none"/>
          </a:ln>
        </p:spPr>
      </p:cxnSp>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0" name="Shape 390"/>
        <p:cNvGrpSpPr/>
        <p:nvPr/>
      </p:nvGrpSpPr>
      <p:grpSpPr>
        <a:xfrm>
          <a:off x="0" y="0"/>
          <a:ext cx="0" cy="0"/>
          <a:chOff x="0" y="0"/>
          <a:chExt cx="0" cy="0"/>
        </a:xfrm>
      </p:grpSpPr>
      <p:sp>
        <p:nvSpPr>
          <p:cNvPr id="391" name="Google Shape;391;p40"/>
          <p:cNvSpPr txBox="1"/>
          <p:nvPr>
            <p:ph idx="4294967295" type="body"/>
          </p:nvPr>
        </p:nvSpPr>
        <p:spPr>
          <a:xfrm>
            <a:off x="504030" y="1595616"/>
            <a:ext cx="9072563" cy="5375769"/>
          </a:xfrm>
          <a:prstGeom prst="rect">
            <a:avLst/>
          </a:prstGeom>
          <a:noFill/>
          <a:ln>
            <a:noFill/>
          </a:ln>
        </p:spPr>
        <p:txBody>
          <a:bodyPr anchorCtr="0" anchor="t" bIns="50375" lIns="100775" spcFirstLastPara="1" rIns="100775" wrap="square" tIns="50375">
            <a:normAutofit lnSpcReduction="10000"/>
          </a:bodyPr>
          <a:lstStyle/>
          <a:p>
            <a:pPr indent="-228600" lvl="0" marL="228600" rtl="0" algn="l">
              <a:lnSpc>
                <a:spcPct val="90000"/>
              </a:lnSpc>
              <a:spcBef>
                <a:spcPts val="0"/>
              </a:spcBef>
              <a:spcAft>
                <a:spcPts val="0"/>
              </a:spcAft>
              <a:buClr>
                <a:schemeClr val="dk1"/>
              </a:buClr>
              <a:buSzPts val="2800"/>
              <a:buChar char="•"/>
            </a:pPr>
            <a:r>
              <a:rPr lang="en-US"/>
              <a:t>A whole-part relationship, but the part can exist independently of the whole. (weak "Has-a" relationship)</a:t>
            </a:r>
            <a:endParaRPr/>
          </a:p>
          <a:p>
            <a:pPr indent="-50800" lvl="0" marL="228600" rtl="0" algn="l">
              <a:lnSpc>
                <a:spcPct val="90000"/>
              </a:lnSpc>
              <a:spcBef>
                <a:spcPts val="1000"/>
              </a:spcBef>
              <a:spcAft>
                <a:spcPts val="0"/>
              </a:spcAft>
              <a:buClr>
                <a:schemeClr val="dk1"/>
              </a:buClr>
              <a:buSzPts val="2800"/>
              <a:buNone/>
            </a:pPr>
            <a:r>
              <a:t/>
            </a:r>
            <a:endParaRPr/>
          </a:p>
          <a:p>
            <a:pPr indent="-228600" lvl="0" marL="228600" rtl="0" algn="l">
              <a:lnSpc>
                <a:spcPct val="90000"/>
              </a:lnSpc>
              <a:spcBef>
                <a:spcPts val="1000"/>
              </a:spcBef>
              <a:spcAft>
                <a:spcPts val="0"/>
              </a:spcAft>
              <a:buClr>
                <a:schemeClr val="dk1"/>
              </a:buClr>
              <a:buSzPts val="2800"/>
              <a:buChar char="•"/>
            </a:pPr>
            <a:r>
              <a:rPr lang="en-US"/>
              <a:t>Symbol: A hollow diamond at the whole side </a:t>
            </a:r>
            <a:endParaRPr/>
          </a:p>
          <a:p>
            <a:pPr indent="0" lvl="0" marL="0" rtl="0" algn="l">
              <a:lnSpc>
                <a:spcPct val="90000"/>
              </a:lnSpc>
              <a:spcBef>
                <a:spcPts val="1000"/>
              </a:spcBef>
              <a:spcAft>
                <a:spcPts val="0"/>
              </a:spcAft>
              <a:buClr>
                <a:schemeClr val="dk1"/>
              </a:buClr>
              <a:buSzPts val="2800"/>
              <a:buNone/>
            </a:pPr>
            <a:r>
              <a:rPr lang="en-US"/>
              <a:t>                 ◇──</a:t>
            </a:r>
            <a:endParaRPr/>
          </a:p>
          <a:p>
            <a:pPr indent="-228600" lvl="0" marL="228600" rtl="0" algn="l">
              <a:lnSpc>
                <a:spcPct val="90000"/>
              </a:lnSpc>
              <a:spcBef>
                <a:spcPts val="1000"/>
              </a:spcBef>
              <a:spcAft>
                <a:spcPts val="0"/>
              </a:spcAft>
              <a:buClr>
                <a:schemeClr val="dk1"/>
              </a:buClr>
              <a:buSzPts val="2800"/>
              <a:buChar char="•"/>
            </a:pPr>
            <a:r>
              <a:rPr lang="en-US"/>
              <a:t>Weak ownership</a:t>
            </a:r>
            <a:endParaRPr/>
          </a:p>
          <a:p>
            <a:pPr indent="-50800" lvl="0" marL="228600" rtl="0" algn="l">
              <a:lnSpc>
                <a:spcPct val="90000"/>
              </a:lnSpc>
              <a:spcBef>
                <a:spcPts val="1000"/>
              </a:spcBef>
              <a:spcAft>
                <a:spcPts val="0"/>
              </a:spcAft>
              <a:buClr>
                <a:schemeClr val="dk1"/>
              </a:buClr>
              <a:buSzPts val="2800"/>
              <a:buNone/>
            </a:pPr>
            <a:r>
              <a:t/>
            </a:r>
            <a:endParaRPr/>
          </a:p>
          <a:p>
            <a:pPr indent="0" lvl="0" marL="457200" rtl="0" algn="l">
              <a:lnSpc>
                <a:spcPct val="90000"/>
              </a:lnSpc>
              <a:spcBef>
                <a:spcPts val="1000"/>
              </a:spcBef>
              <a:spcAft>
                <a:spcPts val="0"/>
              </a:spcAft>
              <a:buNone/>
            </a:pPr>
            <a:r>
              <a:rPr lang="en-US"/>
              <a:t>Example:</a:t>
            </a:r>
            <a:endParaRPr/>
          </a:p>
          <a:p>
            <a:pPr indent="0" lvl="0" marL="0" rtl="0" algn="l">
              <a:lnSpc>
                <a:spcPct val="90000"/>
              </a:lnSpc>
              <a:spcBef>
                <a:spcPts val="1000"/>
              </a:spcBef>
              <a:spcAft>
                <a:spcPts val="0"/>
              </a:spcAft>
              <a:buClr>
                <a:schemeClr val="dk1"/>
              </a:buClr>
              <a:buSzPts val="2800"/>
              <a:buNone/>
            </a:pPr>
            <a:r>
              <a:rPr lang="en-US"/>
              <a:t>	</a:t>
            </a:r>
            <a:r>
              <a:rPr lang="en-US"/>
              <a:t>ShoppingCart</a:t>
            </a:r>
            <a:r>
              <a:rPr lang="en-US"/>
              <a:t> ◇── </a:t>
            </a:r>
            <a:r>
              <a:rPr lang="en-US"/>
              <a:t>Product</a:t>
            </a:r>
            <a:r>
              <a:rPr lang="en-US"/>
              <a:t>  </a:t>
            </a:r>
            <a:endParaRPr/>
          </a:p>
          <a:p>
            <a:pPr indent="0" lvl="0" marL="0" rtl="0" algn="l">
              <a:lnSpc>
                <a:spcPct val="90000"/>
              </a:lnSpc>
              <a:spcBef>
                <a:spcPts val="1000"/>
              </a:spcBef>
              <a:spcAft>
                <a:spcPts val="0"/>
              </a:spcAft>
              <a:buClr>
                <a:schemeClr val="dk1"/>
              </a:buClr>
              <a:buSzPts val="2800"/>
              <a:buNone/>
            </a:pPr>
            <a:r>
              <a:rPr lang="en-US"/>
              <a:t>(</a:t>
            </a:r>
            <a:r>
              <a:rPr lang="en-US"/>
              <a:t>The Shopping Cart has Products. But if the cart is deleted, Products still exist in Amazon)</a:t>
            </a:r>
            <a:endParaRPr/>
          </a:p>
        </p:txBody>
      </p:sp>
      <p:sp>
        <p:nvSpPr>
          <p:cNvPr id="392" name="Google Shape;392;p40"/>
          <p:cNvSpPr txBox="1"/>
          <p:nvPr>
            <p:ph type="title"/>
          </p:nvPr>
        </p:nvSpPr>
        <p:spPr>
          <a:xfrm>
            <a:off x="504031" y="301253"/>
            <a:ext cx="8482314" cy="1258920"/>
          </a:xfrm>
          <a:prstGeom prst="rect">
            <a:avLst/>
          </a:prstGeom>
          <a:noFill/>
          <a:ln>
            <a:noFill/>
          </a:ln>
        </p:spPr>
        <p:txBody>
          <a:bodyPr anchorCtr="0" anchor="ctr" bIns="0" lIns="0" spcFirstLastPara="1" rIns="0" wrap="square" tIns="0">
            <a:noAutofit/>
          </a:bodyPr>
          <a:lstStyle/>
          <a:p>
            <a:pPr indent="0" lvl="0" marL="0" rtl="0" algn="ctr">
              <a:lnSpc>
                <a:spcPct val="90000"/>
              </a:lnSpc>
              <a:spcBef>
                <a:spcPts val="0"/>
              </a:spcBef>
              <a:spcAft>
                <a:spcPts val="0"/>
              </a:spcAft>
              <a:buClr>
                <a:schemeClr val="dk1"/>
              </a:buClr>
              <a:buSzPts val="4400"/>
              <a:buFont typeface="Arial"/>
              <a:buNone/>
            </a:pPr>
            <a:r>
              <a:rPr lang="en-US"/>
              <a:t>Aggregation </a:t>
            </a:r>
            <a:endParaRPr/>
          </a:p>
        </p:txBody>
      </p:sp>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6" name="Shape 396"/>
        <p:cNvGrpSpPr/>
        <p:nvPr/>
      </p:nvGrpSpPr>
      <p:grpSpPr>
        <a:xfrm>
          <a:off x="0" y="0"/>
          <a:ext cx="0" cy="0"/>
          <a:chOff x="0" y="0"/>
          <a:chExt cx="0" cy="0"/>
        </a:xfrm>
      </p:grpSpPr>
      <p:sp>
        <p:nvSpPr>
          <p:cNvPr id="397" name="Google Shape;397;p41"/>
          <p:cNvSpPr txBox="1"/>
          <p:nvPr>
            <p:ph idx="4294967295" type="body"/>
          </p:nvPr>
        </p:nvSpPr>
        <p:spPr>
          <a:xfrm>
            <a:off x="504030" y="1595616"/>
            <a:ext cx="9072563" cy="5375769"/>
          </a:xfrm>
          <a:prstGeom prst="rect">
            <a:avLst/>
          </a:prstGeom>
          <a:noFill/>
          <a:ln>
            <a:noFill/>
          </a:ln>
        </p:spPr>
        <p:txBody>
          <a:bodyPr anchorCtr="0" anchor="t" bIns="50375" lIns="100775" spcFirstLastPara="1" rIns="100775" wrap="square" tIns="50375">
            <a:normAutofit/>
          </a:bodyPr>
          <a:lstStyle/>
          <a:p>
            <a:pPr indent="-228600" lvl="0" marL="228600" rtl="0" algn="l">
              <a:lnSpc>
                <a:spcPct val="90000"/>
              </a:lnSpc>
              <a:spcBef>
                <a:spcPts val="0"/>
              </a:spcBef>
              <a:spcAft>
                <a:spcPts val="0"/>
              </a:spcAft>
              <a:buClr>
                <a:schemeClr val="dk1"/>
              </a:buClr>
              <a:buSzPts val="2800"/>
              <a:buChar char="•"/>
            </a:pPr>
            <a:r>
              <a:rPr lang="en-US"/>
              <a:t>A stronger form of aggregation, where the part cannot exist without the whole.</a:t>
            </a:r>
            <a:endParaRPr/>
          </a:p>
          <a:p>
            <a:pPr indent="-50800" lvl="0" marL="228600" rtl="0" algn="l">
              <a:lnSpc>
                <a:spcPct val="90000"/>
              </a:lnSpc>
              <a:spcBef>
                <a:spcPts val="1000"/>
              </a:spcBef>
              <a:spcAft>
                <a:spcPts val="0"/>
              </a:spcAft>
              <a:buClr>
                <a:schemeClr val="dk1"/>
              </a:buClr>
              <a:buSzPts val="2800"/>
              <a:buNone/>
            </a:pPr>
            <a:r>
              <a:rPr lang="en-US"/>
              <a:t>Strong has-a relationship</a:t>
            </a:r>
            <a:endParaRPr/>
          </a:p>
          <a:p>
            <a:pPr indent="-228600" lvl="0" marL="228600" rtl="0" algn="l">
              <a:lnSpc>
                <a:spcPct val="90000"/>
              </a:lnSpc>
              <a:spcBef>
                <a:spcPts val="1000"/>
              </a:spcBef>
              <a:spcAft>
                <a:spcPts val="0"/>
              </a:spcAft>
              <a:buClr>
                <a:schemeClr val="dk1"/>
              </a:buClr>
              <a:buSzPts val="2800"/>
              <a:buChar char="•"/>
            </a:pPr>
            <a:r>
              <a:rPr lang="en-US"/>
              <a:t>Symbol: A filled (black) diamond at the whole side</a:t>
            </a:r>
            <a:endParaRPr/>
          </a:p>
          <a:p>
            <a:pPr indent="0" lvl="0" marL="0" rtl="0" algn="l">
              <a:lnSpc>
                <a:spcPct val="90000"/>
              </a:lnSpc>
              <a:spcBef>
                <a:spcPts val="1000"/>
              </a:spcBef>
              <a:spcAft>
                <a:spcPts val="0"/>
              </a:spcAft>
              <a:buClr>
                <a:schemeClr val="dk1"/>
              </a:buClr>
              <a:buSzPts val="2800"/>
              <a:buNone/>
            </a:pPr>
            <a:r>
              <a:rPr lang="en-US"/>
              <a:t>                  ◆──</a:t>
            </a:r>
            <a:endParaRPr/>
          </a:p>
          <a:p>
            <a:pPr indent="-228600" lvl="0" marL="228600" rtl="0" algn="l">
              <a:lnSpc>
                <a:spcPct val="90000"/>
              </a:lnSpc>
              <a:spcBef>
                <a:spcPts val="1000"/>
              </a:spcBef>
              <a:spcAft>
                <a:spcPts val="0"/>
              </a:spcAft>
              <a:buClr>
                <a:schemeClr val="dk1"/>
              </a:buClr>
              <a:buSzPts val="2800"/>
              <a:buChar char="•"/>
            </a:pPr>
            <a:r>
              <a:rPr lang="en-US"/>
              <a:t>Type: Strong ownership</a:t>
            </a:r>
            <a:endParaRPr/>
          </a:p>
          <a:p>
            <a:pPr indent="-50800" lvl="0" marL="228600" rtl="0" algn="l">
              <a:lnSpc>
                <a:spcPct val="90000"/>
              </a:lnSpc>
              <a:spcBef>
                <a:spcPts val="1000"/>
              </a:spcBef>
              <a:spcAft>
                <a:spcPts val="0"/>
              </a:spcAft>
              <a:buClr>
                <a:schemeClr val="dk1"/>
              </a:buClr>
              <a:buSzPts val="2800"/>
              <a:buNone/>
            </a:pPr>
            <a:r>
              <a:t/>
            </a:r>
            <a:endParaRPr/>
          </a:p>
          <a:p>
            <a:pPr indent="-228600" lvl="0" marL="228600" rtl="0" algn="l">
              <a:lnSpc>
                <a:spcPct val="90000"/>
              </a:lnSpc>
              <a:spcBef>
                <a:spcPts val="1000"/>
              </a:spcBef>
              <a:spcAft>
                <a:spcPts val="0"/>
              </a:spcAft>
              <a:buClr>
                <a:schemeClr val="dk1"/>
              </a:buClr>
              <a:buSzPts val="2800"/>
              <a:buChar char="•"/>
            </a:pPr>
            <a:r>
              <a:rPr lang="en-US"/>
              <a:t>Example:</a:t>
            </a:r>
            <a:endParaRPr/>
          </a:p>
          <a:p>
            <a:pPr indent="0" lvl="0" marL="0" rtl="0" algn="l">
              <a:lnSpc>
                <a:spcPct val="90000"/>
              </a:lnSpc>
              <a:spcBef>
                <a:spcPts val="1000"/>
              </a:spcBef>
              <a:spcAft>
                <a:spcPts val="0"/>
              </a:spcAft>
              <a:buClr>
                <a:schemeClr val="dk1"/>
              </a:buClr>
              <a:buSzPts val="2800"/>
              <a:buNone/>
            </a:pPr>
            <a:r>
              <a:rPr lang="en-US"/>
              <a:t> Order ◆── OrderItem  (</a:t>
            </a:r>
            <a:r>
              <a:rPr lang="en-US"/>
              <a:t>The order items cannot exist without that order.</a:t>
            </a:r>
            <a:r>
              <a:rPr lang="en-US"/>
              <a:t>)</a:t>
            </a:r>
            <a:endParaRPr/>
          </a:p>
          <a:p>
            <a:pPr indent="-50800" lvl="0" marL="228600" rtl="0" algn="l">
              <a:lnSpc>
                <a:spcPct val="90000"/>
              </a:lnSpc>
              <a:spcBef>
                <a:spcPts val="1000"/>
              </a:spcBef>
              <a:spcAft>
                <a:spcPts val="0"/>
              </a:spcAft>
              <a:buClr>
                <a:schemeClr val="dk1"/>
              </a:buClr>
              <a:buSzPts val="2800"/>
              <a:buNone/>
            </a:pPr>
            <a:r>
              <a:t/>
            </a:r>
            <a:endParaRPr/>
          </a:p>
        </p:txBody>
      </p:sp>
      <p:sp>
        <p:nvSpPr>
          <p:cNvPr id="398" name="Google Shape;398;p41"/>
          <p:cNvSpPr txBox="1"/>
          <p:nvPr>
            <p:ph type="title"/>
          </p:nvPr>
        </p:nvSpPr>
        <p:spPr>
          <a:xfrm>
            <a:off x="504031" y="390226"/>
            <a:ext cx="8482314" cy="1258920"/>
          </a:xfrm>
          <a:prstGeom prst="rect">
            <a:avLst/>
          </a:prstGeom>
          <a:noFill/>
          <a:ln>
            <a:noFill/>
          </a:ln>
        </p:spPr>
        <p:txBody>
          <a:bodyPr anchorCtr="0" anchor="ctr" bIns="0" lIns="0" spcFirstLastPara="1" rIns="0" wrap="square" tIns="0">
            <a:noAutofit/>
          </a:bodyPr>
          <a:lstStyle/>
          <a:p>
            <a:pPr indent="0" lvl="0" marL="0" rtl="0" algn="ctr">
              <a:lnSpc>
                <a:spcPct val="90000"/>
              </a:lnSpc>
              <a:spcBef>
                <a:spcPts val="0"/>
              </a:spcBef>
              <a:spcAft>
                <a:spcPts val="0"/>
              </a:spcAft>
              <a:buClr>
                <a:schemeClr val="dk1"/>
              </a:buClr>
              <a:buSzPts val="4400"/>
              <a:buFont typeface="Arial"/>
              <a:buNone/>
            </a:pPr>
            <a:r>
              <a:rPr lang="en-US"/>
              <a:t>Composition</a:t>
            </a:r>
            <a:endParaRPr/>
          </a:p>
        </p:txBody>
      </p:sp>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2" name="Shape 402"/>
        <p:cNvGrpSpPr/>
        <p:nvPr/>
      </p:nvGrpSpPr>
      <p:grpSpPr>
        <a:xfrm>
          <a:off x="0" y="0"/>
          <a:ext cx="0" cy="0"/>
          <a:chOff x="0" y="0"/>
          <a:chExt cx="0" cy="0"/>
        </a:xfrm>
      </p:grpSpPr>
      <p:sp>
        <p:nvSpPr>
          <p:cNvPr id="403" name="Google Shape;403;p42"/>
          <p:cNvSpPr txBox="1"/>
          <p:nvPr>
            <p:ph idx="4294967295" type="body"/>
          </p:nvPr>
        </p:nvSpPr>
        <p:spPr>
          <a:xfrm>
            <a:off x="504025" y="1980849"/>
            <a:ext cx="9072600" cy="4741800"/>
          </a:xfrm>
          <a:prstGeom prst="rect">
            <a:avLst/>
          </a:prstGeom>
          <a:noFill/>
          <a:ln>
            <a:noFill/>
          </a:ln>
        </p:spPr>
        <p:txBody>
          <a:bodyPr anchorCtr="0" anchor="t" bIns="50375" lIns="100775" spcFirstLastPara="1" rIns="100775" wrap="square" tIns="50375">
            <a:normAutofit/>
          </a:bodyPr>
          <a:lstStyle/>
          <a:p>
            <a:pPr indent="-209550" lvl="0" marL="228600" rtl="0" algn="l">
              <a:lnSpc>
                <a:spcPct val="90000"/>
              </a:lnSpc>
              <a:spcBef>
                <a:spcPts val="0"/>
              </a:spcBef>
              <a:spcAft>
                <a:spcPts val="0"/>
              </a:spcAft>
              <a:buClr>
                <a:schemeClr val="dk1"/>
              </a:buClr>
              <a:buSzPts val="2500"/>
              <a:buChar char="•"/>
            </a:pPr>
            <a:r>
              <a:rPr lang="en-US" sz="2500"/>
              <a:t>Ge</a:t>
            </a:r>
            <a:r>
              <a:rPr lang="en-US" sz="2500"/>
              <a:t>neralization is a relationship in which object of specialized elements are substitutable for object of the generalized element.</a:t>
            </a:r>
            <a:endParaRPr sz="2500"/>
          </a:p>
          <a:p>
            <a:pPr indent="-209550" lvl="0" marL="228600" rtl="0" algn="l">
              <a:lnSpc>
                <a:spcPct val="90000"/>
              </a:lnSpc>
              <a:spcBef>
                <a:spcPts val="1000"/>
              </a:spcBef>
              <a:spcAft>
                <a:spcPts val="0"/>
              </a:spcAft>
              <a:buClr>
                <a:schemeClr val="dk1"/>
              </a:buClr>
              <a:buSzPts val="2500"/>
              <a:buChar char="•"/>
            </a:pPr>
            <a:r>
              <a:rPr lang="en-US" sz="2500"/>
              <a:t>Used to show inheritance concept.</a:t>
            </a:r>
            <a:endParaRPr sz="2500"/>
          </a:p>
          <a:p>
            <a:pPr indent="-209550" lvl="0" marL="228600" rtl="0" algn="l">
              <a:lnSpc>
                <a:spcPct val="90000"/>
              </a:lnSpc>
              <a:spcBef>
                <a:spcPts val="1000"/>
              </a:spcBef>
              <a:spcAft>
                <a:spcPts val="0"/>
              </a:spcAft>
              <a:buClr>
                <a:schemeClr val="dk1"/>
              </a:buClr>
              <a:buSzPts val="2500"/>
              <a:buChar char="•"/>
            </a:pPr>
            <a:r>
              <a:rPr lang="en-US" sz="2500"/>
              <a:t>Symbol: A solid line with a hollow arrowhead pointing to the parent class.</a:t>
            </a:r>
            <a:endParaRPr sz="2500"/>
          </a:p>
          <a:p>
            <a:pPr indent="0" lvl="0" marL="0" rtl="0" algn="l">
              <a:lnSpc>
                <a:spcPct val="90000"/>
              </a:lnSpc>
              <a:spcBef>
                <a:spcPts val="1000"/>
              </a:spcBef>
              <a:spcAft>
                <a:spcPts val="0"/>
              </a:spcAft>
              <a:buClr>
                <a:schemeClr val="dk1"/>
              </a:buClr>
              <a:buSzPts val="2800"/>
              <a:buNone/>
            </a:pPr>
            <a:r>
              <a:t/>
            </a:r>
            <a:endParaRPr sz="2500"/>
          </a:p>
          <a:p>
            <a:pPr indent="0" lvl="0" marL="0" rtl="0" algn="l">
              <a:lnSpc>
                <a:spcPct val="90000"/>
              </a:lnSpc>
              <a:spcBef>
                <a:spcPts val="1000"/>
              </a:spcBef>
              <a:spcAft>
                <a:spcPts val="0"/>
              </a:spcAft>
              <a:buClr>
                <a:schemeClr val="dk1"/>
              </a:buClr>
              <a:buSzPts val="2800"/>
              <a:buNone/>
            </a:pPr>
            <a:r>
              <a:t/>
            </a:r>
            <a:endParaRPr sz="2500"/>
          </a:p>
        </p:txBody>
      </p:sp>
      <p:sp>
        <p:nvSpPr>
          <p:cNvPr id="404" name="Google Shape;404;p42"/>
          <p:cNvSpPr txBox="1"/>
          <p:nvPr>
            <p:ph type="title"/>
          </p:nvPr>
        </p:nvSpPr>
        <p:spPr>
          <a:xfrm>
            <a:off x="504031" y="390226"/>
            <a:ext cx="8482200" cy="1258800"/>
          </a:xfrm>
          <a:prstGeom prst="rect">
            <a:avLst/>
          </a:prstGeom>
          <a:noFill/>
          <a:ln>
            <a:noFill/>
          </a:ln>
        </p:spPr>
        <p:txBody>
          <a:bodyPr anchorCtr="0" anchor="ctr" bIns="0" lIns="0" spcFirstLastPara="1" rIns="0" wrap="square" tIns="0">
            <a:noAutofit/>
          </a:bodyPr>
          <a:lstStyle/>
          <a:p>
            <a:pPr indent="0" lvl="0" marL="0" rtl="0" algn="ctr">
              <a:lnSpc>
                <a:spcPct val="90000"/>
              </a:lnSpc>
              <a:spcBef>
                <a:spcPts val="0"/>
              </a:spcBef>
              <a:spcAft>
                <a:spcPts val="0"/>
              </a:spcAft>
              <a:buClr>
                <a:schemeClr val="dk1"/>
              </a:buClr>
              <a:buSzPts val="4400"/>
              <a:buFont typeface="Arial"/>
              <a:buNone/>
            </a:pPr>
            <a:r>
              <a:rPr lang="en-US"/>
              <a:t>Generalization</a:t>
            </a:r>
            <a:endParaRPr/>
          </a:p>
        </p:txBody>
      </p:sp>
      <p:cxnSp>
        <p:nvCxnSpPr>
          <p:cNvPr id="405" name="Google Shape;405;p42"/>
          <p:cNvCxnSpPr/>
          <p:nvPr/>
        </p:nvCxnSpPr>
        <p:spPr>
          <a:xfrm>
            <a:off x="3127496" y="4183860"/>
            <a:ext cx="2081100" cy="0"/>
          </a:xfrm>
          <a:prstGeom prst="straightConnector1">
            <a:avLst/>
          </a:prstGeom>
          <a:noFill/>
          <a:ln cap="flat" cmpd="sng" w="53975">
            <a:solidFill>
              <a:schemeClr val="dk1"/>
            </a:solidFill>
            <a:prstDash val="solid"/>
            <a:round/>
            <a:headEnd len="sm" w="sm" type="none"/>
            <a:tailEnd len="med" w="med" type="triangle"/>
          </a:ln>
        </p:spPr>
      </p:cxnSp>
      <p:pic>
        <p:nvPicPr>
          <p:cNvPr id="406" name="Google Shape;406;p42"/>
          <p:cNvPicPr preferRelativeResize="0"/>
          <p:nvPr/>
        </p:nvPicPr>
        <p:blipFill>
          <a:blip r:embed="rId3">
            <a:alphaModFix/>
          </a:blip>
          <a:stretch>
            <a:fillRect/>
          </a:stretch>
        </p:blipFill>
        <p:spPr>
          <a:xfrm>
            <a:off x="1569600" y="4548725"/>
            <a:ext cx="5412075" cy="2631250"/>
          </a:xfrm>
          <a:prstGeom prst="rect">
            <a:avLst/>
          </a:prstGeom>
          <a:noFill/>
          <a:ln>
            <a:noFill/>
          </a:ln>
        </p:spPr>
      </p:pic>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0" name="Shape 410"/>
        <p:cNvGrpSpPr/>
        <p:nvPr/>
      </p:nvGrpSpPr>
      <p:grpSpPr>
        <a:xfrm>
          <a:off x="0" y="0"/>
          <a:ext cx="0" cy="0"/>
          <a:chOff x="0" y="0"/>
          <a:chExt cx="0" cy="0"/>
        </a:xfrm>
      </p:grpSpPr>
      <p:sp>
        <p:nvSpPr>
          <p:cNvPr id="411" name="Google Shape;411;p43"/>
          <p:cNvSpPr txBox="1"/>
          <p:nvPr>
            <p:ph idx="4294967295" type="body"/>
          </p:nvPr>
        </p:nvSpPr>
        <p:spPr>
          <a:xfrm>
            <a:off x="208825" y="1747025"/>
            <a:ext cx="9072600" cy="4350300"/>
          </a:xfrm>
          <a:prstGeom prst="rect">
            <a:avLst/>
          </a:prstGeom>
          <a:noFill/>
          <a:ln>
            <a:noFill/>
          </a:ln>
        </p:spPr>
        <p:txBody>
          <a:bodyPr anchorCtr="0" anchor="t" bIns="50375" lIns="100775" spcFirstLastPara="1" rIns="100775" wrap="square" tIns="50375">
            <a:normAutofit/>
          </a:bodyPr>
          <a:lstStyle/>
          <a:p>
            <a:pPr indent="-203200" lvl="0" marL="228600" rtl="0" algn="l">
              <a:lnSpc>
                <a:spcPct val="90000"/>
              </a:lnSpc>
              <a:spcBef>
                <a:spcPts val="0"/>
              </a:spcBef>
              <a:spcAft>
                <a:spcPts val="0"/>
              </a:spcAft>
              <a:buClr>
                <a:schemeClr val="dk1"/>
              </a:buClr>
              <a:buSzPts val="2400"/>
              <a:buChar char="•"/>
            </a:pPr>
            <a:r>
              <a:rPr lang="en-US" sz="2400"/>
              <a:t>Realization is a semantic relationship which specifies contract that another element guarantees to carry out.</a:t>
            </a:r>
            <a:endParaRPr sz="2400"/>
          </a:p>
          <a:p>
            <a:pPr indent="-203200" lvl="0" marL="228600" rtl="0" algn="l">
              <a:lnSpc>
                <a:spcPct val="90000"/>
              </a:lnSpc>
              <a:spcBef>
                <a:spcPts val="1000"/>
              </a:spcBef>
              <a:spcAft>
                <a:spcPts val="0"/>
              </a:spcAft>
              <a:buClr>
                <a:schemeClr val="dk1"/>
              </a:buClr>
              <a:buSzPts val="2400"/>
              <a:buChar char="•"/>
            </a:pPr>
            <a:r>
              <a:rPr lang="en-US" sz="2400"/>
              <a:t>Used when a class implements an interface.</a:t>
            </a:r>
            <a:endParaRPr sz="2400"/>
          </a:p>
          <a:p>
            <a:pPr indent="-203200" lvl="0" marL="228600" rtl="0" algn="l">
              <a:lnSpc>
                <a:spcPct val="90000"/>
              </a:lnSpc>
              <a:spcBef>
                <a:spcPts val="1000"/>
              </a:spcBef>
              <a:spcAft>
                <a:spcPts val="0"/>
              </a:spcAft>
              <a:buSzPts val="2400"/>
              <a:buChar char="•"/>
            </a:pPr>
            <a:r>
              <a:rPr lang="en-US" sz="2400"/>
              <a:t>Interface = Rules/Contract</a:t>
            </a:r>
            <a:endParaRPr sz="2400"/>
          </a:p>
          <a:p>
            <a:pPr indent="-203200" lvl="0" marL="228600" rtl="0" algn="l">
              <a:lnSpc>
                <a:spcPct val="90000"/>
              </a:lnSpc>
              <a:spcBef>
                <a:spcPts val="1000"/>
              </a:spcBef>
              <a:spcAft>
                <a:spcPts val="0"/>
              </a:spcAft>
              <a:buSzPts val="2400"/>
              <a:buChar char="•"/>
            </a:pPr>
            <a:r>
              <a:rPr lang="en-US" sz="2400"/>
              <a:t>Class = Person following those rules</a:t>
            </a:r>
            <a:endParaRPr sz="2400"/>
          </a:p>
          <a:p>
            <a:pPr indent="-203200" lvl="0" marL="228600" rtl="0" algn="l">
              <a:lnSpc>
                <a:spcPct val="90000"/>
              </a:lnSpc>
              <a:spcBef>
                <a:spcPts val="1000"/>
              </a:spcBef>
              <a:spcAft>
                <a:spcPts val="0"/>
              </a:spcAft>
              <a:buClr>
                <a:schemeClr val="dk1"/>
              </a:buClr>
              <a:buSzPts val="2400"/>
              <a:buChar char="•"/>
            </a:pPr>
            <a:r>
              <a:rPr lang="en-US" sz="2400"/>
              <a:t>Symbol: A dashed line with a hollow triangle arrowhead pointing to the interface.</a:t>
            </a:r>
            <a:endParaRPr sz="2400"/>
          </a:p>
          <a:p>
            <a:pPr indent="0" lvl="0" marL="0" rtl="0" algn="l">
              <a:lnSpc>
                <a:spcPct val="90000"/>
              </a:lnSpc>
              <a:spcBef>
                <a:spcPts val="1000"/>
              </a:spcBef>
              <a:spcAft>
                <a:spcPts val="0"/>
              </a:spcAft>
              <a:buClr>
                <a:schemeClr val="dk1"/>
              </a:buClr>
              <a:buSzPts val="2800"/>
              <a:buNone/>
            </a:pPr>
            <a:r>
              <a:rPr lang="en-US" sz="2400"/>
              <a:t>      - - - - - - - - -▷</a:t>
            </a:r>
            <a:endParaRPr sz="2400"/>
          </a:p>
          <a:p>
            <a:pPr indent="0" lvl="0" marL="0" rtl="0" algn="l">
              <a:lnSpc>
                <a:spcPct val="90000"/>
              </a:lnSpc>
              <a:spcBef>
                <a:spcPts val="1000"/>
              </a:spcBef>
              <a:spcAft>
                <a:spcPts val="0"/>
              </a:spcAft>
              <a:buClr>
                <a:schemeClr val="dk1"/>
              </a:buClr>
              <a:buSzPts val="2800"/>
              <a:buNone/>
            </a:pPr>
            <a:r>
              <a:t/>
            </a:r>
            <a:endParaRPr sz="2400"/>
          </a:p>
        </p:txBody>
      </p:sp>
      <p:sp>
        <p:nvSpPr>
          <p:cNvPr id="412" name="Google Shape;412;p43"/>
          <p:cNvSpPr txBox="1"/>
          <p:nvPr>
            <p:ph type="title"/>
          </p:nvPr>
        </p:nvSpPr>
        <p:spPr>
          <a:xfrm>
            <a:off x="504030" y="0"/>
            <a:ext cx="8482200" cy="1258800"/>
          </a:xfrm>
          <a:prstGeom prst="rect">
            <a:avLst/>
          </a:prstGeom>
          <a:noFill/>
          <a:ln>
            <a:noFill/>
          </a:ln>
        </p:spPr>
        <p:txBody>
          <a:bodyPr anchorCtr="0" anchor="ctr" bIns="0" lIns="0" spcFirstLastPara="1" rIns="0" wrap="square" tIns="0">
            <a:noAutofit/>
          </a:bodyPr>
          <a:lstStyle/>
          <a:p>
            <a:pPr indent="0" lvl="0" marL="0" rtl="0" algn="ctr">
              <a:lnSpc>
                <a:spcPct val="90000"/>
              </a:lnSpc>
              <a:spcBef>
                <a:spcPts val="0"/>
              </a:spcBef>
              <a:spcAft>
                <a:spcPts val="0"/>
              </a:spcAft>
              <a:buClr>
                <a:schemeClr val="dk1"/>
              </a:buClr>
              <a:buSzPts val="4400"/>
              <a:buFont typeface="Arial"/>
              <a:buNone/>
            </a:pPr>
            <a:r>
              <a:rPr lang="en-US"/>
              <a:t>Realization</a:t>
            </a:r>
            <a:endParaRPr/>
          </a:p>
        </p:txBody>
      </p:sp>
      <p:pic>
        <p:nvPicPr>
          <p:cNvPr id="413" name="Google Shape;413;p43"/>
          <p:cNvPicPr preferRelativeResize="0"/>
          <p:nvPr/>
        </p:nvPicPr>
        <p:blipFill>
          <a:blip r:embed="rId3">
            <a:alphaModFix/>
          </a:blip>
          <a:stretch>
            <a:fillRect/>
          </a:stretch>
        </p:blipFill>
        <p:spPr>
          <a:xfrm>
            <a:off x="3790875" y="4396800"/>
            <a:ext cx="4572000" cy="2698150"/>
          </a:xfrm>
          <a:prstGeom prst="rect">
            <a:avLst/>
          </a:prstGeom>
          <a:noFill/>
          <a:ln>
            <a:noFill/>
          </a:ln>
        </p:spPr>
      </p:pic>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7" name="Shape 417"/>
        <p:cNvGrpSpPr/>
        <p:nvPr/>
      </p:nvGrpSpPr>
      <p:grpSpPr>
        <a:xfrm>
          <a:off x="0" y="0"/>
          <a:ext cx="0" cy="0"/>
          <a:chOff x="0" y="0"/>
          <a:chExt cx="0" cy="0"/>
        </a:xfrm>
      </p:grpSpPr>
      <p:sp>
        <p:nvSpPr>
          <p:cNvPr id="418" name="Google Shape;418;p44"/>
          <p:cNvSpPr txBox="1"/>
          <p:nvPr>
            <p:ph idx="4294967295" type="body"/>
          </p:nvPr>
        </p:nvSpPr>
        <p:spPr>
          <a:xfrm>
            <a:off x="504030" y="1595616"/>
            <a:ext cx="9072563" cy="5375769"/>
          </a:xfrm>
          <a:prstGeom prst="rect">
            <a:avLst/>
          </a:prstGeom>
          <a:noFill/>
          <a:ln>
            <a:noFill/>
          </a:ln>
        </p:spPr>
        <p:txBody>
          <a:bodyPr anchorCtr="0" anchor="t" bIns="50375" lIns="100775" spcFirstLastPara="1" rIns="100775" wrap="square" tIns="50375">
            <a:normAutofit/>
          </a:bodyPr>
          <a:lstStyle/>
          <a:p>
            <a:pPr indent="-228600" lvl="0" marL="228600" rtl="0" algn="l">
              <a:lnSpc>
                <a:spcPct val="90000"/>
              </a:lnSpc>
              <a:spcBef>
                <a:spcPts val="0"/>
              </a:spcBef>
              <a:spcAft>
                <a:spcPts val="0"/>
              </a:spcAft>
              <a:buClr>
                <a:schemeClr val="dk1"/>
              </a:buClr>
              <a:buSzPts val="2800"/>
              <a:buChar char="•"/>
            </a:pPr>
            <a:r>
              <a:rPr lang="en-US"/>
              <a:t>Dependency is the relationship between two things in which change in one element also affects the another one.</a:t>
            </a:r>
            <a:endParaRPr/>
          </a:p>
          <a:p>
            <a:pPr indent="-228600" lvl="0" marL="228600" rtl="0" algn="l">
              <a:lnSpc>
                <a:spcPct val="90000"/>
              </a:lnSpc>
              <a:spcBef>
                <a:spcPts val="1000"/>
              </a:spcBef>
              <a:spcAft>
                <a:spcPts val="0"/>
              </a:spcAft>
              <a:buClr>
                <a:schemeClr val="dk1"/>
              </a:buClr>
              <a:buSzPts val="2800"/>
              <a:buChar char="•"/>
            </a:pPr>
            <a:r>
              <a:rPr lang="en-US"/>
              <a:t>Symbol: A dashed line with a regular arrowhead pointing to the depended-upon element.</a:t>
            </a:r>
            <a:endParaRPr/>
          </a:p>
          <a:p>
            <a:pPr indent="0" lvl="0" marL="0" rtl="0" algn="l">
              <a:lnSpc>
                <a:spcPct val="90000"/>
              </a:lnSpc>
              <a:spcBef>
                <a:spcPts val="1000"/>
              </a:spcBef>
              <a:spcAft>
                <a:spcPts val="0"/>
              </a:spcAft>
              <a:buClr>
                <a:schemeClr val="dk1"/>
              </a:buClr>
              <a:buSzPts val="2800"/>
              <a:buNone/>
            </a:pPr>
            <a:r>
              <a:rPr lang="en-US"/>
              <a:t>     - - - - - - - - ▶</a:t>
            </a:r>
            <a:endParaRPr/>
          </a:p>
          <a:p>
            <a:pPr indent="-50800" lvl="0" marL="228600" rtl="0" algn="l">
              <a:lnSpc>
                <a:spcPct val="90000"/>
              </a:lnSpc>
              <a:spcBef>
                <a:spcPts val="1000"/>
              </a:spcBef>
              <a:spcAft>
                <a:spcPts val="0"/>
              </a:spcAft>
              <a:buClr>
                <a:schemeClr val="dk1"/>
              </a:buClr>
              <a:buSzPts val="2800"/>
              <a:buNone/>
            </a:pPr>
            <a:r>
              <a:t/>
            </a:r>
            <a:endParaRPr/>
          </a:p>
          <a:p>
            <a:pPr indent="-228600" lvl="0" marL="228600" rtl="0" algn="l">
              <a:lnSpc>
                <a:spcPct val="90000"/>
              </a:lnSpc>
              <a:spcBef>
                <a:spcPts val="1000"/>
              </a:spcBef>
              <a:spcAft>
                <a:spcPts val="0"/>
              </a:spcAft>
              <a:buClr>
                <a:schemeClr val="dk1"/>
              </a:buClr>
              <a:buSzPts val="2800"/>
              <a:buChar char="•"/>
            </a:pPr>
            <a:r>
              <a:rPr lang="en-US"/>
              <a:t>Example:</a:t>
            </a:r>
            <a:endParaRPr/>
          </a:p>
          <a:p>
            <a:pPr indent="0" lvl="0" marL="0" rtl="0" algn="l">
              <a:lnSpc>
                <a:spcPct val="90000"/>
              </a:lnSpc>
              <a:spcBef>
                <a:spcPts val="1000"/>
              </a:spcBef>
              <a:spcAft>
                <a:spcPts val="0"/>
              </a:spcAft>
              <a:buClr>
                <a:schemeClr val="dk1"/>
              </a:buClr>
              <a:buSzPts val="2800"/>
              <a:buNone/>
            </a:pPr>
            <a:r>
              <a:rPr lang="en-US"/>
              <a:t>Invoice Service - - - - - - - ▶ PDF Generator</a:t>
            </a:r>
            <a:endParaRPr/>
          </a:p>
          <a:p>
            <a:pPr indent="0" lvl="0" marL="0" rtl="0" algn="l">
              <a:spcBef>
                <a:spcPts val="1000"/>
              </a:spcBef>
              <a:spcAft>
                <a:spcPts val="0"/>
              </a:spcAft>
              <a:buClr>
                <a:schemeClr val="dk1"/>
              </a:buClr>
              <a:buSzPts val="2800"/>
              <a:buNone/>
            </a:pPr>
            <a:r>
              <a:rPr lang="en-US"/>
              <a:t>OTP Service </a:t>
            </a:r>
            <a:r>
              <a:rPr lang="en-US"/>
              <a:t> - - - - - - - ▶ SMS Gaateway</a:t>
            </a:r>
            <a:endParaRPr/>
          </a:p>
          <a:p>
            <a:pPr indent="0" lvl="0" marL="0" rtl="0" algn="l">
              <a:lnSpc>
                <a:spcPct val="90000"/>
              </a:lnSpc>
              <a:spcBef>
                <a:spcPts val="1000"/>
              </a:spcBef>
              <a:spcAft>
                <a:spcPts val="0"/>
              </a:spcAft>
              <a:buClr>
                <a:schemeClr val="dk1"/>
              </a:buClr>
              <a:buSzPts val="2800"/>
              <a:buNone/>
            </a:pPr>
            <a:r>
              <a:t/>
            </a:r>
            <a:endParaRPr/>
          </a:p>
        </p:txBody>
      </p:sp>
      <p:sp>
        <p:nvSpPr>
          <p:cNvPr id="419" name="Google Shape;419;p44"/>
          <p:cNvSpPr txBox="1"/>
          <p:nvPr>
            <p:ph type="title"/>
          </p:nvPr>
        </p:nvSpPr>
        <p:spPr>
          <a:xfrm>
            <a:off x="504030" y="122213"/>
            <a:ext cx="8482314" cy="1258920"/>
          </a:xfrm>
          <a:prstGeom prst="rect">
            <a:avLst/>
          </a:prstGeom>
          <a:noFill/>
          <a:ln>
            <a:noFill/>
          </a:ln>
        </p:spPr>
        <p:txBody>
          <a:bodyPr anchorCtr="0" anchor="ctr" bIns="0" lIns="0" spcFirstLastPara="1" rIns="0" wrap="square" tIns="0">
            <a:noAutofit/>
          </a:bodyPr>
          <a:lstStyle/>
          <a:p>
            <a:pPr indent="0" lvl="0" marL="0" rtl="0" algn="ctr">
              <a:lnSpc>
                <a:spcPct val="90000"/>
              </a:lnSpc>
              <a:spcBef>
                <a:spcPts val="0"/>
              </a:spcBef>
              <a:spcAft>
                <a:spcPts val="0"/>
              </a:spcAft>
              <a:buClr>
                <a:schemeClr val="dk1"/>
              </a:buClr>
              <a:buSzPts val="4400"/>
              <a:buFont typeface="Arial"/>
              <a:buNone/>
            </a:pPr>
            <a:r>
              <a:rPr lang="en-US"/>
              <a:t>Dependency</a:t>
            </a:r>
            <a:endParaRPr/>
          </a:p>
        </p:txBody>
      </p:sp>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3" name="Shape 423"/>
        <p:cNvGrpSpPr/>
        <p:nvPr/>
      </p:nvGrpSpPr>
      <p:grpSpPr>
        <a:xfrm>
          <a:off x="0" y="0"/>
          <a:ext cx="0" cy="0"/>
          <a:chOff x="0" y="0"/>
          <a:chExt cx="0" cy="0"/>
        </a:xfrm>
      </p:grpSpPr>
      <p:sp>
        <p:nvSpPr>
          <p:cNvPr id="424" name="Google Shape;424;p45"/>
          <p:cNvSpPr txBox="1"/>
          <p:nvPr>
            <p:ph type="title"/>
          </p:nvPr>
        </p:nvSpPr>
        <p:spPr>
          <a:xfrm>
            <a:off x="504031" y="195588"/>
            <a:ext cx="8482314" cy="746467"/>
          </a:xfrm>
          <a:prstGeom prst="rect">
            <a:avLst/>
          </a:prstGeom>
          <a:noFill/>
          <a:ln>
            <a:noFill/>
          </a:ln>
        </p:spPr>
        <p:txBody>
          <a:bodyPr anchorCtr="0" anchor="ctr" bIns="0" lIns="0" spcFirstLastPara="1" rIns="0" wrap="square" tIns="0">
            <a:noAutofit/>
          </a:bodyPr>
          <a:lstStyle/>
          <a:p>
            <a:pPr indent="0" lvl="0" marL="0" rtl="0" algn="ctr">
              <a:lnSpc>
                <a:spcPct val="90000"/>
              </a:lnSpc>
              <a:spcBef>
                <a:spcPts val="0"/>
              </a:spcBef>
              <a:spcAft>
                <a:spcPts val="0"/>
              </a:spcAft>
              <a:buClr>
                <a:schemeClr val="dk1"/>
              </a:buClr>
              <a:buSzPts val="4400"/>
              <a:buFont typeface="Arial"/>
              <a:buNone/>
            </a:pPr>
            <a:r>
              <a:rPr lang="en-US"/>
              <a:t>Diagrams</a:t>
            </a:r>
            <a:endParaRPr/>
          </a:p>
        </p:txBody>
      </p:sp>
      <p:sp>
        <p:nvSpPr>
          <p:cNvPr id="425" name="Google Shape;425;p45"/>
          <p:cNvSpPr txBox="1"/>
          <p:nvPr>
            <p:ph idx="4294967295" type="body"/>
          </p:nvPr>
        </p:nvSpPr>
        <p:spPr>
          <a:xfrm>
            <a:off x="208888" y="1766498"/>
            <a:ext cx="9072600" cy="3135300"/>
          </a:xfrm>
          <a:prstGeom prst="rect">
            <a:avLst/>
          </a:prstGeom>
          <a:noFill/>
          <a:ln>
            <a:noFill/>
          </a:ln>
        </p:spPr>
        <p:txBody>
          <a:bodyPr anchorCtr="0" anchor="t" bIns="50375" lIns="100775" spcFirstLastPara="1" rIns="100775" wrap="square" tIns="50375">
            <a:normAutofit/>
          </a:bodyPr>
          <a:lstStyle/>
          <a:p>
            <a:pPr indent="0" lvl="0" marL="0" rtl="0" algn="l">
              <a:lnSpc>
                <a:spcPct val="90000"/>
              </a:lnSpc>
              <a:spcBef>
                <a:spcPts val="0"/>
              </a:spcBef>
              <a:spcAft>
                <a:spcPts val="0"/>
              </a:spcAft>
              <a:buClr>
                <a:schemeClr val="dk1"/>
              </a:buClr>
              <a:buSzPts val="2400"/>
              <a:buNone/>
            </a:pPr>
            <a:r>
              <a:rPr b="1" lang="en-US" sz="2400"/>
              <a:t>Structural Diagrams  : </a:t>
            </a:r>
            <a:r>
              <a:rPr lang="en-US" sz="2400"/>
              <a:t>capture static aspects or Structure of a System.</a:t>
            </a:r>
            <a:endParaRPr b="1" sz="2400"/>
          </a:p>
          <a:p>
            <a:pPr indent="0" lvl="0" marL="0" rtl="0" algn="l">
              <a:lnSpc>
                <a:spcPct val="90000"/>
              </a:lnSpc>
              <a:spcBef>
                <a:spcPts val="1000"/>
              </a:spcBef>
              <a:spcAft>
                <a:spcPts val="0"/>
              </a:spcAft>
              <a:buClr>
                <a:schemeClr val="dk1"/>
              </a:buClr>
              <a:buSzPts val="2400"/>
              <a:buNone/>
            </a:pPr>
            <a:r>
              <a:rPr b="1" lang="en-US" sz="2400"/>
              <a:t>Behavioral  Diagrams : </a:t>
            </a:r>
            <a:r>
              <a:rPr lang="en-US" sz="2400"/>
              <a:t>Capture dynamic aspects or behavior of a System.</a:t>
            </a:r>
            <a:endParaRPr b="1" sz="2400"/>
          </a:p>
        </p:txBody>
      </p:sp>
      <p:pic>
        <p:nvPicPr>
          <p:cNvPr id="426" name="Google Shape;426;p45"/>
          <p:cNvPicPr preferRelativeResize="0"/>
          <p:nvPr/>
        </p:nvPicPr>
        <p:blipFill rotWithShape="1">
          <a:blip r:embed="rId3">
            <a:alphaModFix/>
          </a:blip>
          <a:srcRect b="0" l="0" r="0" t="0"/>
          <a:stretch/>
        </p:blipFill>
        <p:spPr>
          <a:xfrm>
            <a:off x="320088" y="3278618"/>
            <a:ext cx="9440475" cy="3886357"/>
          </a:xfrm>
          <a:prstGeom prst="rect">
            <a:avLst/>
          </a:prstGeom>
          <a:noFill/>
          <a:ln>
            <a:noFill/>
          </a:ln>
        </p:spPr>
      </p:pic>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0" name="Shape 430"/>
        <p:cNvGrpSpPr/>
        <p:nvPr/>
      </p:nvGrpSpPr>
      <p:grpSpPr>
        <a:xfrm>
          <a:off x="0" y="0"/>
          <a:ext cx="0" cy="0"/>
          <a:chOff x="0" y="0"/>
          <a:chExt cx="0" cy="0"/>
        </a:xfrm>
      </p:grpSpPr>
      <p:sp>
        <p:nvSpPr>
          <p:cNvPr id="431" name="Google Shape;431;p46"/>
          <p:cNvSpPr txBox="1"/>
          <p:nvPr>
            <p:ph type="title"/>
          </p:nvPr>
        </p:nvSpPr>
        <p:spPr>
          <a:xfrm>
            <a:off x="504031" y="390226"/>
            <a:ext cx="8482314" cy="1258920"/>
          </a:xfrm>
          <a:prstGeom prst="rect">
            <a:avLst/>
          </a:prstGeom>
          <a:noFill/>
          <a:ln>
            <a:noFill/>
          </a:ln>
        </p:spPr>
        <p:txBody>
          <a:bodyPr anchorCtr="0" anchor="ctr" bIns="0" lIns="0" spcFirstLastPara="1" rIns="0" wrap="square" tIns="0">
            <a:noAutofit/>
          </a:bodyPr>
          <a:lstStyle/>
          <a:p>
            <a:pPr indent="0" lvl="0" marL="0" rtl="0" algn="ctr">
              <a:lnSpc>
                <a:spcPct val="90000"/>
              </a:lnSpc>
              <a:spcBef>
                <a:spcPts val="0"/>
              </a:spcBef>
              <a:spcAft>
                <a:spcPts val="0"/>
              </a:spcAft>
              <a:buClr>
                <a:schemeClr val="dk1"/>
              </a:buClr>
              <a:buSzPts val="4400"/>
              <a:buFont typeface="Arial"/>
              <a:buNone/>
            </a:pPr>
            <a:r>
              <a:rPr lang="en-US"/>
              <a:t>UML common mechanisms</a:t>
            </a:r>
            <a:endParaRPr/>
          </a:p>
        </p:txBody>
      </p:sp>
      <p:pic>
        <p:nvPicPr>
          <p:cNvPr id="432" name="Google Shape;432;p46"/>
          <p:cNvPicPr preferRelativeResize="0"/>
          <p:nvPr/>
        </p:nvPicPr>
        <p:blipFill rotWithShape="1">
          <a:blip r:embed="rId3">
            <a:alphaModFix/>
          </a:blip>
          <a:srcRect b="0" l="0" r="0" t="0"/>
          <a:stretch/>
        </p:blipFill>
        <p:spPr>
          <a:xfrm>
            <a:off x="1211026" y="2374851"/>
            <a:ext cx="6842250" cy="4606175"/>
          </a:xfrm>
          <a:prstGeom prst="rect">
            <a:avLst/>
          </a:prstGeom>
          <a:noFill/>
          <a:ln>
            <a:noFill/>
          </a:ln>
        </p:spPr>
      </p:pic>
      <p:sp>
        <p:nvSpPr>
          <p:cNvPr id="433" name="Google Shape;433;p46"/>
          <p:cNvSpPr txBox="1"/>
          <p:nvPr/>
        </p:nvSpPr>
        <p:spPr>
          <a:xfrm>
            <a:off x="483775" y="1543550"/>
            <a:ext cx="9113100" cy="831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US" sz="2100"/>
              <a:t>Common Mechanisms are special features provided by UML to make diagrams more expressive, informative, and flexible.</a:t>
            </a:r>
            <a:endParaRPr sz="2100"/>
          </a:p>
        </p:txBody>
      </p:sp>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7" name="Shape 437"/>
        <p:cNvGrpSpPr/>
        <p:nvPr/>
      </p:nvGrpSpPr>
      <p:grpSpPr>
        <a:xfrm>
          <a:off x="0" y="0"/>
          <a:ext cx="0" cy="0"/>
          <a:chOff x="0" y="0"/>
          <a:chExt cx="0" cy="0"/>
        </a:xfrm>
      </p:grpSpPr>
      <p:sp>
        <p:nvSpPr>
          <p:cNvPr id="438" name="Google Shape;438;p47"/>
          <p:cNvSpPr txBox="1"/>
          <p:nvPr>
            <p:ph type="title"/>
          </p:nvPr>
        </p:nvSpPr>
        <p:spPr>
          <a:xfrm>
            <a:off x="504031" y="390226"/>
            <a:ext cx="8482314" cy="1258920"/>
          </a:xfrm>
          <a:prstGeom prst="rect">
            <a:avLst/>
          </a:prstGeom>
          <a:noFill/>
          <a:ln>
            <a:noFill/>
          </a:ln>
        </p:spPr>
        <p:txBody>
          <a:bodyPr anchorCtr="0" anchor="ctr" bIns="0" lIns="0" spcFirstLastPara="1" rIns="0" wrap="square" tIns="0">
            <a:noAutofit/>
          </a:bodyPr>
          <a:lstStyle/>
          <a:p>
            <a:pPr indent="0" lvl="0" marL="0" rtl="0" algn="ctr">
              <a:lnSpc>
                <a:spcPct val="90000"/>
              </a:lnSpc>
              <a:spcBef>
                <a:spcPts val="0"/>
              </a:spcBef>
              <a:spcAft>
                <a:spcPts val="0"/>
              </a:spcAft>
              <a:buClr>
                <a:schemeClr val="dk1"/>
              </a:buClr>
              <a:buSzPts val="4400"/>
              <a:buFont typeface="Arial"/>
              <a:buNone/>
            </a:pPr>
            <a:r>
              <a:rPr lang="en-US"/>
              <a:t>Specifications</a:t>
            </a:r>
            <a:endParaRPr/>
          </a:p>
        </p:txBody>
      </p:sp>
      <p:sp>
        <p:nvSpPr>
          <p:cNvPr id="439" name="Google Shape;439;p47"/>
          <p:cNvSpPr txBox="1"/>
          <p:nvPr>
            <p:ph idx="4294967295" type="body"/>
          </p:nvPr>
        </p:nvSpPr>
        <p:spPr>
          <a:xfrm>
            <a:off x="504031" y="1763924"/>
            <a:ext cx="9072563" cy="5375769"/>
          </a:xfrm>
          <a:prstGeom prst="rect">
            <a:avLst/>
          </a:prstGeom>
          <a:noFill/>
          <a:ln>
            <a:noFill/>
          </a:ln>
        </p:spPr>
        <p:txBody>
          <a:bodyPr anchorCtr="0" anchor="t" bIns="50375" lIns="100775" spcFirstLastPara="1" rIns="100775" wrap="square" tIns="50375">
            <a:normAutofit/>
          </a:bodyPr>
          <a:lstStyle/>
          <a:p>
            <a:pPr indent="-228600" lvl="0" marL="228600" rtl="0" algn="l">
              <a:lnSpc>
                <a:spcPct val="90000"/>
              </a:lnSpc>
              <a:spcBef>
                <a:spcPts val="0"/>
              </a:spcBef>
              <a:spcAft>
                <a:spcPts val="0"/>
              </a:spcAft>
              <a:buClr>
                <a:schemeClr val="dk1"/>
              </a:buClr>
              <a:buSzPts val="3200"/>
              <a:buChar char="•"/>
            </a:pPr>
            <a:r>
              <a:rPr lang="en-US" sz="3200"/>
              <a:t>Two dimensions</a:t>
            </a:r>
            <a:endParaRPr sz="3600"/>
          </a:p>
          <a:p>
            <a:pPr indent="0" lvl="0" marL="0" rtl="0" algn="l">
              <a:lnSpc>
                <a:spcPct val="90000"/>
              </a:lnSpc>
              <a:spcBef>
                <a:spcPts val="1000"/>
              </a:spcBef>
              <a:spcAft>
                <a:spcPts val="0"/>
              </a:spcAft>
              <a:buClr>
                <a:schemeClr val="dk1"/>
              </a:buClr>
              <a:buSzPts val="2800"/>
              <a:buNone/>
            </a:pPr>
            <a:r>
              <a:rPr lang="en-US"/>
              <a:t>1. </a:t>
            </a:r>
            <a:r>
              <a:rPr b="1" lang="en-US"/>
              <a:t>Graphical</a:t>
            </a:r>
            <a:r>
              <a:rPr lang="en-US"/>
              <a:t> : allow you to model using diagrams and icons</a:t>
            </a:r>
            <a:endParaRPr/>
          </a:p>
          <a:p>
            <a:pPr indent="0" lvl="0" marL="0" rtl="0" algn="l">
              <a:lnSpc>
                <a:spcPct val="90000"/>
              </a:lnSpc>
              <a:spcBef>
                <a:spcPts val="1000"/>
              </a:spcBef>
              <a:spcAft>
                <a:spcPts val="0"/>
              </a:spcAft>
              <a:buClr>
                <a:schemeClr val="dk1"/>
              </a:buClr>
              <a:buSzPts val="2800"/>
              <a:buNone/>
            </a:pPr>
            <a:r>
              <a:t/>
            </a:r>
            <a:endParaRPr/>
          </a:p>
          <a:p>
            <a:pPr indent="0" lvl="0" marL="0" rtl="0" algn="l">
              <a:lnSpc>
                <a:spcPct val="90000"/>
              </a:lnSpc>
              <a:spcBef>
                <a:spcPts val="1000"/>
              </a:spcBef>
              <a:spcAft>
                <a:spcPts val="0"/>
              </a:spcAft>
              <a:buClr>
                <a:schemeClr val="dk1"/>
              </a:buClr>
              <a:buSzPts val="2800"/>
              <a:buNone/>
            </a:pPr>
            <a:r>
              <a:rPr lang="en-US"/>
              <a:t>2. </a:t>
            </a:r>
            <a:r>
              <a:rPr b="1" lang="en-US"/>
              <a:t>Textual</a:t>
            </a:r>
            <a:r>
              <a:rPr lang="en-US"/>
              <a:t> : consists of the specifications of the various modeling elements.</a:t>
            </a:r>
            <a:endParaRPr/>
          </a:p>
          <a:p>
            <a:pPr indent="0" lvl="0" marL="0" rtl="0" algn="l">
              <a:lnSpc>
                <a:spcPct val="90000"/>
              </a:lnSpc>
              <a:spcBef>
                <a:spcPts val="1000"/>
              </a:spcBef>
              <a:spcAft>
                <a:spcPts val="0"/>
              </a:spcAft>
              <a:buClr>
                <a:schemeClr val="dk1"/>
              </a:buClr>
              <a:buSzPts val="2800"/>
              <a:buNone/>
            </a:pPr>
            <a:r>
              <a:rPr lang="en-US"/>
              <a:t>Specifications are textual descriptions of the  semantics of an element. </a:t>
            </a:r>
            <a:endParaRPr/>
          </a:p>
          <a:p>
            <a:pPr indent="0" lvl="0" marL="0" rtl="0" algn="l">
              <a:lnSpc>
                <a:spcPct val="90000"/>
              </a:lnSpc>
              <a:spcBef>
                <a:spcPts val="1000"/>
              </a:spcBef>
              <a:spcAft>
                <a:spcPts val="0"/>
              </a:spcAft>
              <a:buClr>
                <a:schemeClr val="dk1"/>
              </a:buClr>
              <a:buSzPts val="2800"/>
              <a:buNone/>
            </a:pPr>
            <a:r>
              <a:rPr lang="en-US"/>
              <a:t>They provide the semantic plan of the model</a:t>
            </a:r>
            <a:endParaRPr/>
          </a:p>
        </p:txBody>
      </p:sp>
    </p:spTree>
  </p:cSld>
  <p:clrMapOvr>
    <a:masterClrMapping/>
  </p:clrMapOvr>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3" name="Shape 443"/>
        <p:cNvGrpSpPr/>
        <p:nvPr/>
      </p:nvGrpSpPr>
      <p:grpSpPr>
        <a:xfrm>
          <a:off x="0" y="0"/>
          <a:ext cx="0" cy="0"/>
          <a:chOff x="0" y="0"/>
          <a:chExt cx="0" cy="0"/>
        </a:xfrm>
      </p:grpSpPr>
      <p:sp>
        <p:nvSpPr>
          <p:cNvPr id="444" name="Google Shape;444;p48"/>
          <p:cNvSpPr txBox="1"/>
          <p:nvPr>
            <p:ph idx="4294967295" type="body"/>
          </p:nvPr>
        </p:nvSpPr>
        <p:spPr>
          <a:xfrm>
            <a:off x="645925" y="1610651"/>
            <a:ext cx="9072600" cy="4630500"/>
          </a:xfrm>
          <a:prstGeom prst="rect">
            <a:avLst/>
          </a:prstGeom>
          <a:noFill/>
          <a:ln>
            <a:noFill/>
          </a:ln>
        </p:spPr>
        <p:txBody>
          <a:bodyPr anchorCtr="0" anchor="t" bIns="50375" lIns="100775" spcFirstLastPara="1" rIns="100775" wrap="square" tIns="50375">
            <a:normAutofit/>
          </a:bodyPr>
          <a:lstStyle/>
          <a:p>
            <a:pPr indent="0" lvl="0" marL="0" rtl="0" algn="l">
              <a:lnSpc>
                <a:spcPct val="90000"/>
              </a:lnSpc>
              <a:spcBef>
                <a:spcPts val="0"/>
              </a:spcBef>
              <a:spcAft>
                <a:spcPts val="0"/>
              </a:spcAft>
              <a:buClr>
                <a:schemeClr val="dk1"/>
              </a:buClr>
              <a:buSzPts val="2800"/>
              <a:buNone/>
            </a:pPr>
            <a:r>
              <a:rPr lang="en-US" sz="2600"/>
              <a:t>The set of specification is the real “meat” of the model, and forms the semantic backplane that holds the model together and gives it meaning.</a:t>
            </a:r>
            <a:endParaRPr sz="2600"/>
          </a:p>
          <a:p>
            <a:pPr indent="0" lvl="0" marL="0" rtl="0" algn="l">
              <a:lnSpc>
                <a:spcPct val="90000"/>
              </a:lnSpc>
              <a:spcBef>
                <a:spcPts val="1000"/>
              </a:spcBef>
              <a:spcAft>
                <a:spcPts val="0"/>
              </a:spcAft>
              <a:buClr>
                <a:schemeClr val="dk1"/>
              </a:buClr>
              <a:buSzPts val="3200"/>
              <a:buNone/>
            </a:pPr>
            <a:r>
              <a:rPr b="1" lang="en-US" sz="3200"/>
              <a:t>For Example :</a:t>
            </a:r>
            <a:endParaRPr b="1" sz="3600"/>
          </a:p>
        </p:txBody>
      </p:sp>
      <p:graphicFrame>
        <p:nvGraphicFramePr>
          <p:cNvPr id="445" name="Google Shape;445;p48"/>
          <p:cNvGraphicFramePr/>
          <p:nvPr/>
        </p:nvGraphicFramePr>
        <p:xfrm>
          <a:off x="645936" y="4013285"/>
          <a:ext cx="3000000" cy="3000000"/>
        </p:xfrm>
        <a:graphic>
          <a:graphicData uri="http://schemas.openxmlformats.org/drawingml/2006/table">
            <a:tbl>
              <a:tblPr bandRow="1" firstRow="1">
                <a:noFill/>
                <a:tableStyleId>{8BA2D3EC-1C3A-4671-AE99-B3EF007854DE}</a:tableStyleId>
              </a:tblPr>
              <a:tblGrid>
                <a:gridCol w="2885550"/>
              </a:tblGrid>
              <a:tr h="478300">
                <a:tc>
                  <a:txBody>
                    <a:bodyPr/>
                    <a:lstStyle/>
                    <a:p>
                      <a:pPr indent="0" lvl="0" marL="0" marR="0" rtl="0" algn="ctr">
                        <a:lnSpc>
                          <a:spcPct val="100000"/>
                        </a:lnSpc>
                        <a:spcBef>
                          <a:spcPts val="0"/>
                        </a:spcBef>
                        <a:spcAft>
                          <a:spcPts val="0"/>
                        </a:spcAft>
                        <a:buClr>
                          <a:srgbClr val="000000"/>
                        </a:buClr>
                        <a:buSzPts val="2800"/>
                        <a:buFont typeface="Arial"/>
                        <a:buNone/>
                      </a:pPr>
                      <a:r>
                        <a:rPr lang="en-US" sz="2800" u="none" cap="none" strike="noStrike"/>
                        <a:t>Customer</a:t>
                      </a:r>
                      <a:endParaRPr sz="1400" u="none" cap="none" strike="noStrike"/>
                    </a:p>
                  </a:txBody>
                  <a:tcPr marT="45725" marB="45725" marR="91450" marL="91450"/>
                </a:tc>
              </a:tr>
              <a:tr h="979225">
                <a:tc>
                  <a:txBody>
                    <a:bodyPr/>
                    <a:lstStyle/>
                    <a:p>
                      <a:pPr indent="0" lvl="0" marL="0" marR="0" rtl="0" algn="l">
                        <a:lnSpc>
                          <a:spcPct val="100000"/>
                        </a:lnSpc>
                        <a:spcBef>
                          <a:spcPts val="0"/>
                        </a:spcBef>
                        <a:spcAft>
                          <a:spcPts val="0"/>
                        </a:spcAft>
                        <a:buClr>
                          <a:srgbClr val="000000"/>
                        </a:buClr>
                        <a:buSzPts val="2800"/>
                        <a:buFont typeface="Arial"/>
                        <a:buNone/>
                      </a:pPr>
                      <a:r>
                        <a:rPr lang="en-US" sz="2800" u="none" cap="none" strike="noStrike"/>
                        <a:t>Name</a:t>
                      </a:r>
                      <a:endParaRPr sz="1400" u="none" cap="none" strike="noStrike"/>
                    </a:p>
                    <a:p>
                      <a:pPr indent="0" lvl="0" marL="0" marR="0" rtl="0" algn="l">
                        <a:lnSpc>
                          <a:spcPct val="100000"/>
                        </a:lnSpc>
                        <a:spcBef>
                          <a:spcPts val="0"/>
                        </a:spcBef>
                        <a:spcAft>
                          <a:spcPts val="0"/>
                        </a:spcAft>
                        <a:buClr>
                          <a:srgbClr val="000000"/>
                        </a:buClr>
                        <a:buSzPts val="2800"/>
                        <a:buFont typeface="Arial"/>
                        <a:buNone/>
                      </a:pPr>
                      <a:r>
                        <a:rPr lang="en-US" sz="2800" u="none" cap="none" strike="noStrike"/>
                        <a:t>Email</a:t>
                      </a:r>
                      <a:endParaRPr sz="1400" u="none" cap="none" strike="noStrike"/>
                    </a:p>
                  </a:txBody>
                  <a:tcPr marT="45725" marB="45725" marR="91450" marL="91450"/>
                </a:tc>
              </a:tr>
              <a:tr h="979225">
                <a:tc>
                  <a:txBody>
                    <a:bodyPr/>
                    <a:lstStyle/>
                    <a:p>
                      <a:pPr indent="0" lvl="0" marL="0" marR="0" rtl="0" algn="l">
                        <a:lnSpc>
                          <a:spcPct val="100000"/>
                        </a:lnSpc>
                        <a:spcBef>
                          <a:spcPts val="0"/>
                        </a:spcBef>
                        <a:spcAft>
                          <a:spcPts val="0"/>
                        </a:spcAft>
                        <a:buClr>
                          <a:srgbClr val="000000"/>
                        </a:buClr>
                        <a:buSzPts val="2800"/>
                        <a:buFont typeface="Arial"/>
                        <a:buNone/>
                      </a:pPr>
                      <a:r>
                        <a:rPr lang="en-US" sz="2800" u="none" cap="none" strike="noStrike"/>
                        <a:t>Register()</a:t>
                      </a:r>
                      <a:endParaRPr sz="1400" u="none" cap="none" strike="noStrike"/>
                    </a:p>
                    <a:p>
                      <a:pPr indent="0" lvl="0" marL="0" marR="0" rtl="0" algn="l">
                        <a:lnSpc>
                          <a:spcPct val="100000"/>
                        </a:lnSpc>
                        <a:spcBef>
                          <a:spcPts val="0"/>
                        </a:spcBef>
                        <a:spcAft>
                          <a:spcPts val="0"/>
                        </a:spcAft>
                        <a:buClr>
                          <a:srgbClr val="000000"/>
                        </a:buClr>
                        <a:buSzPts val="2800"/>
                        <a:buFont typeface="Arial"/>
                        <a:buNone/>
                      </a:pPr>
                      <a:r>
                        <a:rPr lang="en-US" sz="2800" u="none" cap="none" strike="noStrike"/>
                        <a:t>Login()</a:t>
                      </a:r>
                      <a:endParaRPr sz="1400" u="none" cap="none" strike="noStrike"/>
                    </a:p>
                  </a:txBody>
                  <a:tcPr marT="45725" marB="45725" marR="91450" marL="91450"/>
                </a:tc>
              </a:tr>
            </a:tbl>
          </a:graphicData>
        </a:graphic>
      </p:graphicFrame>
      <p:sp>
        <p:nvSpPr>
          <p:cNvPr id="446" name="Google Shape;446;p48"/>
          <p:cNvSpPr/>
          <p:nvPr/>
        </p:nvSpPr>
        <p:spPr>
          <a:xfrm>
            <a:off x="3960376" y="4747499"/>
            <a:ext cx="2160000" cy="725100"/>
          </a:xfrm>
          <a:prstGeom prst="rightArrow">
            <a:avLst>
              <a:gd fmla="val 50000" name="adj1"/>
              <a:gd fmla="val 50000" name="adj2"/>
            </a:avLst>
          </a:prstGeom>
          <a:solidFill>
            <a:schemeClr val="accent1"/>
          </a:solidFill>
          <a:ln cap="flat" cmpd="sng" w="25400">
            <a:solidFill>
              <a:srgbClr val="21364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447" name="Google Shape;447;p48"/>
          <p:cNvSpPr/>
          <p:nvPr/>
        </p:nvSpPr>
        <p:spPr>
          <a:xfrm>
            <a:off x="6206987" y="3438517"/>
            <a:ext cx="3474300" cy="3626100"/>
          </a:xfrm>
          <a:prstGeom prst="rect">
            <a:avLst/>
          </a:prstGeom>
          <a:solidFill>
            <a:schemeClr val="lt1"/>
          </a:solidFill>
          <a:ln cap="flat" cmpd="sng" w="25400">
            <a:solidFill>
              <a:schemeClr val="accen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000"/>
              <a:buFont typeface="Arial"/>
              <a:buNone/>
            </a:pPr>
            <a:r>
              <a:rPr b="1" i="0" lang="en-US" sz="2000" u="none" cap="none" strike="noStrike">
                <a:solidFill>
                  <a:schemeClr val="dk1"/>
                </a:solidFill>
                <a:latin typeface="Arial"/>
                <a:ea typeface="Arial"/>
                <a:cs typeface="Arial"/>
                <a:sym typeface="Arial"/>
              </a:rPr>
              <a:t> Semantic Backplane</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2000"/>
              <a:buFont typeface="Arial"/>
              <a:buNone/>
            </a:pPr>
            <a:r>
              <a:t/>
            </a:r>
            <a:endParaRPr b="1" i="0" sz="2000" u="none" cap="none" strike="noStrike">
              <a:solidFill>
                <a:schemeClr val="dk1"/>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2000"/>
              <a:buFont typeface="Arial"/>
              <a:buNone/>
            </a:pPr>
            <a:r>
              <a:rPr b="1" i="0" lang="en-US" sz="2000" u="none" cap="none" strike="noStrike">
                <a:solidFill>
                  <a:schemeClr val="dk1"/>
                </a:solidFill>
                <a:latin typeface="Arial"/>
                <a:ea typeface="Arial"/>
                <a:cs typeface="Arial"/>
                <a:sym typeface="Arial"/>
              </a:rPr>
              <a:t> Class specification</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2000"/>
              <a:buFont typeface="Arial"/>
              <a:buNone/>
            </a:pPr>
            <a:r>
              <a:t/>
            </a:r>
            <a:endParaRPr b="1" i="0" sz="2000" u="none" cap="none" strike="noStrike">
              <a:solidFill>
                <a:schemeClr val="dk1"/>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2000"/>
              <a:buFont typeface="Arial"/>
              <a:buNone/>
            </a:pPr>
            <a:r>
              <a:t/>
            </a:r>
            <a:endParaRPr b="1" i="0" sz="2000" u="none" cap="none" strike="noStrike">
              <a:solidFill>
                <a:schemeClr val="dk1"/>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2000"/>
              <a:buFont typeface="Arial"/>
              <a:buNone/>
            </a:pPr>
            <a:r>
              <a:t/>
            </a:r>
            <a:endParaRPr b="1" i="0" sz="2000" u="none" cap="none" strike="noStrike">
              <a:solidFill>
                <a:schemeClr val="dk1"/>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2000"/>
              <a:buFont typeface="Arial"/>
              <a:buNone/>
            </a:pPr>
            <a:r>
              <a:t/>
            </a:r>
            <a:endParaRPr b="1" i="0" sz="2000" u="none" cap="none" strike="noStrike">
              <a:solidFill>
                <a:schemeClr val="dk1"/>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2000"/>
              <a:buFont typeface="Arial"/>
              <a:buNone/>
            </a:pPr>
            <a:r>
              <a:t/>
            </a:r>
            <a:endParaRPr b="1" i="0" sz="2000" u="none" cap="none" strike="noStrike">
              <a:solidFill>
                <a:schemeClr val="dk1"/>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2000"/>
              <a:buFont typeface="Arial"/>
              <a:buNone/>
            </a:pPr>
            <a:r>
              <a:rPr b="1" i="0" lang="en-US" sz="2000" u="none" cap="none" strike="noStrike">
                <a:solidFill>
                  <a:schemeClr val="dk1"/>
                </a:solidFill>
                <a:latin typeface="Arial"/>
                <a:ea typeface="Arial"/>
                <a:cs typeface="Arial"/>
                <a:sym typeface="Arial"/>
              </a:rPr>
              <a:t> Use case specification</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2000"/>
              <a:buFont typeface="Arial"/>
              <a:buNone/>
            </a:pPr>
            <a:r>
              <a:t/>
            </a:r>
            <a:endParaRPr b="1" i="0" sz="2000" u="none" cap="none" strike="noStrike">
              <a:solidFill>
                <a:schemeClr val="dk1"/>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2000"/>
              <a:buFont typeface="Arial"/>
              <a:buNone/>
            </a:pPr>
            <a:r>
              <a:rPr b="1" i="0" lang="en-US" sz="2000" u="none" cap="none" strike="noStrike">
                <a:solidFill>
                  <a:schemeClr val="dk1"/>
                </a:solidFill>
                <a:latin typeface="Arial"/>
                <a:ea typeface="Arial"/>
                <a:cs typeface="Arial"/>
                <a:sym typeface="Arial"/>
              </a:rPr>
              <a:t> Dependency specification</a:t>
            </a:r>
            <a:endParaRPr b="1" i="0" sz="2000" u="none" cap="none" strike="noStrike">
              <a:solidFill>
                <a:schemeClr val="dk1"/>
              </a:solidFill>
              <a:latin typeface="Arial"/>
              <a:ea typeface="Arial"/>
              <a:cs typeface="Arial"/>
              <a:sym typeface="Arial"/>
            </a:endParaRPr>
          </a:p>
        </p:txBody>
      </p:sp>
      <p:sp>
        <p:nvSpPr>
          <p:cNvPr id="448" name="Google Shape;448;p48"/>
          <p:cNvSpPr txBox="1"/>
          <p:nvPr/>
        </p:nvSpPr>
        <p:spPr>
          <a:xfrm>
            <a:off x="4321066" y="2671055"/>
            <a:ext cx="2341200" cy="9234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chemeClr val="dk1"/>
                </a:solidFill>
                <a:latin typeface="Arial"/>
                <a:ea typeface="Arial"/>
                <a:cs typeface="Arial"/>
                <a:sym typeface="Arial"/>
              </a:rPr>
              <a:t>Doesn’t tell anything about business semantics</a:t>
            </a:r>
            <a:endParaRPr b="0" i="0" sz="1800" u="none" cap="none" strike="noStrike">
              <a:solidFill>
                <a:schemeClr val="dk1"/>
              </a:solidFill>
              <a:latin typeface="Arial"/>
              <a:ea typeface="Arial"/>
              <a:cs typeface="Arial"/>
              <a:sym typeface="Arial"/>
            </a:endParaRPr>
          </a:p>
        </p:txBody>
      </p:sp>
      <p:cxnSp>
        <p:nvCxnSpPr>
          <p:cNvPr id="449" name="Google Shape;449;p48"/>
          <p:cNvCxnSpPr/>
          <p:nvPr/>
        </p:nvCxnSpPr>
        <p:spPr>
          <a:xfrm flipH="1" rot="10800000">
            <a:off x="3531466" y="3342145"/>
            <a:ext cx="789600" cy="875400"/>
          </a:xfrm>
          <a:prstGeom prst="straightConnector1">
            <a:avLst/>
          </a:prstGeom>
          <a:noFill/>
          <a:ln cap="flat" cmpd="sng" w="28575">
            <a:solidFill>
              <a:srgbClr val="4A7DBA"/>
            </a:solidFill>
            <a:prstDash val="solid"/>
            <a:round/>
            <a:headEnd len="sm" w="sm" type="none"/>
            <a:tailEnd len="med" w="med" type="triangle"/>
          </a:ln>
        </p:spPr>
      </p:cxnSp>
    </p:spTree>
  </p:cSld>
  <p:clrMapOvr>
    <a:masterClrMapping/>
  </p:clrMapOvr>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3" name="Shape 453"/>
        <p:cNvGrpSpPr/>
        <p:nvPr/>
      </p:nvGrpSpPr>
      <p:grpSpPr>
        <a:xfrm>
          <a:off x="0" y="0"/>
          <a:ext cx="0" cy="0"/>
          <a:chOff x="0" y="0"/>
          <a:chExt cx="0" cy="0"/>
        </a:xfrm>
      </p:grpSpPr>
      <p:sp>
        <p:nvSpPr>
          <p:cNvPr id="454" name="Google Shape;454;p49"/>
          <p:cNvSpPr txBox="1"/>
          <p:nvPr>
            <p:ph idx="4294967295" type="body"/>
          </p:nvPr>
        </p:nvSpPr>
        <p:spPr>
          <a:xfrm>
            <a:off x="677450" y="2117226"/>
            <a:ext cx="9072600" cy="5027700"/>
          </a:xfrm>
          <a:prstGeom prst="rect">
            <a:avLst/>
          </a:prstGeom>
          <a:noFill/>
          <a:ln>
            <a:noFill/>
          </a:ln>
        </p:spPr>
        <p:txBody>
          <a:bodyPr anchorCtr="0" anchor="t" bIns="50375" lIns="100775" spcFirstLastPara="1" rIns="100775" wrap="square" tIns="50375">
            <a:normAutofit/>
          </a:bodyPr>
          <a:lstStyle/>
          <a:p>
            <a:pPr indent="0" lvl="0" marL="0" rtl="0" algn="l">
              <a:lnSpc>
                <a:spcPct val="90000"/>
              </a:lnSpc>
              <a:spcBef>
                <a:spcPts val="0"/>
              </a:spcBef>
              <a:spcAft>
                <a:spcPts val="0"/>
              </a:spcAft>
              <a:buClr>
                <a:schemeClr val="dk1"/>
              </a:buClr>
              <a:buSzPts val="2800"/>
              <a:buNone/>
            </a:pPr>
            <a:r>
              <a:rPr lang="en-US"/>
              <a:t>Model may be: </a:t>
            </a:r>
            <a:endParaRPr/>
          </a:p>
          <a:p>
            <a:pPr indent="-228600" lvl="0" marL="228600" rtl="0" algn="l">
              <a:lnSpc>
                <a:spcPct val="90000"/>
              </a:lnSpc>
              <a:spcBef>
                <a:spcPts val="1000"/>
              </a:spcBef>
              <a:spcAft>
                <a:spcPts val="0"/>
              </a:spcAft>
              <a:buClr>
                <a:schemeClr val="dk1"/>
              </a:buClr>
              <a:buSzPts val="2800"/>
              <a:buChar char="•"/>
            </a:pPr>
            <a:r>
              <a:rPr lang="en-US"/>
              <a:t> Elided – some element are present in backplane, but hidden in diagram</a:t>
            </a:r>
            <a:endParaRPr/>
          </a:p>
          <a:p>
            <a:pPr indent="-228600" lvl="0" marL="228600" rtl="0" algn="l">
              <a:lnSpc>
                <a:spcPct val="90000"/>
              </a:lnSpc>
              <a:spcBef>
                <a:spcPts val="1000"/>
              </a:spcBef>
              <a:spcAft>
                <a:spcPts val="0"/>
              </a:spcAft>
              <a:buClr>
                <a:schemeClr val="dk1"/>
              </a:buClr>
              <a:buSzPts val="2800"/>
              <a:buChar char="•"/>
            </a:pPr>
            <a:r>
              <a:rPr lang="en-US"/>
              <a:t> Incomplete – some missing elements of the model</a:t>
            </a:r>
            <a:endParaRPr/>
          </a:p>
          <a:p>
            <a:pPr indent="-228600" lvl="0" marL="228600" rtl="0" algn="l">
              <a:lnSpc>
                <a:spcPct val="90000"/>
              </a:lnSpc>
              <a:spcBef>
                <a:spcPts val="1000"/>
              </a:spcBef>
              <a:spcAft>
                <a:spcPts val="0"/>
              </a:spcAft>
              <a:buClr>
                <a:schemeClr val="dk1"/>
              </a:buClr>
              <a:buSzPts val="2800"/>
              <a:buChar char="•"/>
            </a:pPr>
            <a:r>
              <a:rPr lang="en-US"/>
              <a:t> Inconsistent – model may contain contradictions</a:t>
            </a:r>
            <a:endParaRPr/>
          </a:p>
          <a:p>
            <a:pPr indent="0" lvl="0" marL="0" rtl="0" algn="l">
              <a:lnSpc>
                <a:spcPct val="90000"/>
              </a:lnSpc>
              <a:spcBef>
                <a:spcPts val="1000"/>
              </a:spcBef>
              <a:spcAft>
                <a:spcPts val="0"/>
              </a:spcAft>
              <a:buClr>
                <a:schemeClr val="dk1"/>
              </a:buClr>
              <a:buSzPts val="2800"/>
              <a:buNone/>
            </a:pPr>
            <a:r>
              <a:t/>
            </a:r>
            <a:endParaRPr/>
          </a:p>
          <a:p>
            <a:pPr indent="0" lvl="0" marL="0" rtl="0" algn="l">
              <a:lnSpc>
                <a:spcPct val="90000"/>
              </a:lnSpc>
              <a:spcBef>
                <a:spcPts val="1000"/>
              </a:spcBef>
              <a:spcAft>
                <a:spcPts val="0"/>
              </a:spcAft>
              <a:buClr>
                <a:schemeClr val="dk1"/>
              </a:buClr>
              <a:buSzPts val="2800"/>
              <a:buNone/>
            </a:pPr>
            <a:r>
              <a:rPr lang="en-US"/>
              <a:t> For a model to be considered in any way useful or complete the model semantics must be present in the backplane.</a:t>
            </a:r>
            <a:endParaRPr sz="4000"/>
          </a:p>
        </p:txBody>
      </p:sp>
    </p:spTree>
  </p:cSld>
  <p:clrMapOvr>
    <a:masterClrMapping/>
  </p:clrMapOvr>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8" name="Shape 458"/>
        <p:cNvGrpSpPr/>
        <p:nvPr/>
      </p:nvGrpSpPr>
      <p:grpSpPr>
        <a:xfrm>
          <a:off x="0" y="0"/>
          <a:ext cx="0" cy="0"/>
          <a:chOff x="0" y="0"/>
          <a:chExt cx="0" cy="0"/>
        </a:xfrm>
      </p:grpSpPr>
      <p:sp>
        <p:nvSpPr>
          <p:cNvPr id="459" name="Google Shape;459;p50"/>
          <p:cNvSpPr txBox="1"/>
          <p:nvPr>
            <p:ph type="title"/>
          </p:nvPr>
        </p:nvSpPr>
        <p:spPr>
          <a:xfrm>
            <a:off x="504031" y="390226"/>
            <a:ext cx="8482314" cy="1258920"/>
          </a:xfrm>
          <a:prstGeom prst="rect">
            <a:avLst/>
          </a:prstGeom>
          <a:noFill/>
          <a:ln>
            <a:noFill/>
          </a:ln>
        </p:spPr>
        <p:txBody>
          <a:bodyPr anchorCtr="0" anchor="ctr" bIns="0" lIns="0" spcFirstLastPara="1" rIns="0" wrap="square" tIns="0">
            <a:noAutofit/>
          </a:bodyPr>
          <a:lstStyle/>
          <a:p>
            <a:pPr indent="0" lvl="0" marL="0" rtl="0" algn="ctr">
              <a:lnSpc>
                <a:spcPct val="90000"/>
              </a:lnSpc>
              <a:spcBef>
                <a:spcPts val="0"/>
              </a:spcBef>
              <a:spcAft>
                <a:spcPts val="0"/>
              </a:spcAft>
              <a:buClr>
                <a:schemeClr val="dk1"/>
              </a:buClr>
              <a:buSzPts val="4400"/>
              <a:buFont typeface="Arial"/>
              <a:buNone/>
            </a:pPr>
            <a:r>
              <a:rPr lang="en-US"/>
              <a:t>Adornment</a:t>
            </a:r>
            <a:endParaRPr/>
          </a:p>
        </p:txBody>
      </p:sp>
      <p:sp>
        <p:nvSpPr>
          <p:cNvPr id="460" name="Google Shape;460;p50"/>
          <p:cNvSpPr txBox="1"/>
          <p:nvPr>
            <p:ph idx="4294967295" type="body"/>
          </p:nvPr>
        </p:nvSpPr>
        <p:spPr>
          <a:xfrm>
            <a:off x="504031" y="1763924"/>
            <a:ext cx="9072563" cy="5375769"/>
          </a:xfrm>
          <a:prstGeom prst="rect">
            <a:avLst/>
          </a:prstGeom>
          <a:noFill/>
          <a:ln>
            <a:noFill/>
          </a:ln>
        </p:spPr>
        <p:txBody>
          <a:bodyPr anchorCtr="0" anchor="t" bIns="50375" lIns="100775" spcFirstLastPara="1" rIns="100775" wrap="square" tIns="50375">
            <a:normAutofit/>
          </a:bodyPr>
          <a:lstStyle/>
          <a:p>
            <a:pPr indent="-228600" lvl="0" marL="228600" rtl="0" algn="l">
              <a:lnSpc>
                <a:spcPct val="90000"/>
              </a:lnSpc>
              <a:spcBef>
                <a:spcPts val="0"/>
              </a:spcBef>
              <a:spcAft>
                <a:spcPts val="0"/>
              </a:spcAft>
              <a:buClr>
                <a:schemeClr val="dk1"/>
              </a:buClr>
              <a:buSzPts val="2800"/>
              <a:buChar char="•"/>
            </a:pPr>
            <a:r>
              <a:rPr lang="en-US"/>
              <a:t> Adorn model elements on UML diagrams to highlight important details</a:t>
            </a:r>
            <a:endParaRPr/>
          </a:p>
          <a:p>
            <a:pPr indent="0" lvl="0" marL="0" rtl="0" algn="l">
              <a:lnSpc>
                <a:spcPct val="90000"/>
              </a:lnSpc>
              <a:spcBef>
                <a:spcPts val="1000"/>
              </a:spcBef>
              <a:spcAft>
                <a:spcPts val="0"/>
              </a:spcAft>
              <a:buClr>
                <a:schemeClr val="dk1"/>
              </a:buClr>
              <a:buSzPts val="2800"/>
              <a:buNone/>
            </a:pPr>
            <a:r>
              <a:t/>
            </a:r>
            <a:endParaRPr/>
          </a:p>
          <a:p>
            <a:pPr indent="-228600" lvl="0" marL="228600" rtl="0" algn="l">
              <a:lnSpc>
                <a:spcPct val="90000"/>
              </a:lnSpc>
              <a:spcBef>
                <a:spcPts val="1000"/>
              </a:spcBef>
              <a:spcAft>
                <a:spcPts val="0"/>
              </a:spcAft>
              <a:buClr>
                <a:schemeClr val="dk1"/>
              </a:buClr>
              <a:buSzPts val="2800"/>
              <a:buChar char="•"/>
            </a:pPr>
            <a:r>
              <a:rPr lang="en-US"/>
              <a:t> Constructing a high-level diagram </a:t>
            </a:r>
            <a:endParaRPr/>
          </a:p>
          <a:p>
            <a:pPr indent="0" lvl="0" marL="0" rtl="0" algn="l">
              <a:lnSpc>
                <a:spcPct val="90000"/>
              </a:lnSpc>
              <a:spcBef>
                <a:spcPts val="1000"/>
              </a:spcBef>
              <a:spcAft>
                <a:spcPts val="0"/>
              </a:spcAft>
              <a:buClr>
                <a:schemeClr val="dk1"/>
              </a:buClr>
              <a:buSzPts val="2800"/>
              <a:buNone/>
            </a:pPr>
            <a:r>
              <a:t/>
            </a:r>
            <a:endParaRPr/>
          </a:p>
          <a:p>
            <a:pPr indent="-228600" lvl="0" marL="228600" rtl="0" algn="l">
              <a:lnSpc>
                <a:spcPct val="90000"/>
              </a:lnSpc>
              <a:spcBef>
                <a:spcPts val="1000"/>
              </a:spcBef>
              <a:spcAft>
                <a:spcPts val="0"/>
              </a:spcAft>
              <a:buClr>
                <a:schemeClr val="dk1"/>
              </a:buClr>
              <a:buSzPts val="2800"/>
              <a:buChar char="•"/>
            </a:pPr>
            <a:r>
              <a:rPr lang="en-US"/>
              <a:t> Show only those adornments that highlight important features of the model and that increase the overall clarity and readability of the diagram</a:t>
            </a:r>
            <a:endParaRPr sz="4000"/>
          </a:p>
        </p:txBody>
      </p:sp>
    </p:spTree>
  </p:cSld>
  <p:clrMapOvr>
    <a:masterClrMapping/>
  </p:clrMapOvr>
</p:sld>
</file>

<file path=ppt/slides/slide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4" name="Shape 464"/>
        <p:cNvGrpSpPr/>
        <p:nvPr/>
      </p:nvGrpSpPr>
      <p:grpSpPr>
        <a:xfrm>
          <a:off x="0" y="0"/>
          <a:ext cx="0" cy="0"/>
          <a:chOff x="0" y="0"/>
          <a:chExt cx="0" cy="0"/>
        </a:xfrm>
      </p:grpSpPr>
      <p:pic>
        <p:nvPicPr>
          <p:cNvPr id="465" name="Google Shape;465;p51"/>
          <p:cNvPicPr preferRelativeResize="0"/>
          <p:nvPr/>
        </p:nvPicPr>
        <p:blipFill rotWithShape="1">
          <a:blip r:embed="rId3">
            <a:alphaModFix/>
          </a:blip>
          <a:srcRect b="0" l="0" r="0" t="0"/>
          <a:stretch/>
        </p:blipFill>
        <p:spPr>
          <a:xfrm>
            <a:off x="373475" y="1689025"/>
            <a:ext cx="9333680" cy="4624025"/>
          </a:xfrm>
          <a:prstGeom prst="rect">
            <a:avLst/>
          </a:prstGeom>
          <a:noFill/>
          <a:ln>
            <a:noFill/>
          </a:ln>
        </p:spPr>
      </p:pic>
      <p:pic>
        <p:nvPicPr>
          <p:cNvPr id="466" name="Google Shape;466;p51"/>
          <p:cNvPicPr preferRelativeResize="0"/>
          <p:nvPr/>
        </p:nvPicPr>
        <p:blipFill rotWithShape="1">
          <a:blip r:embed="rId4">
            <a:alphaModFix/>
          </a:blip>
          <a:srcRect b="0" l="0" r="0" t="0"/>
          <a:stretch/>
        </p:blipFill>
        <p:spPr>
          <a:xfrm>
            <a:off x="418637" y="4068375"/>
            <a:ext cx="5442450" cy="2731750"/>
          </a:xfrm>
          <a:prstGeom prst="rect">
            <a:avLst/>
          </a:prstGeom>
          <a:noFill/>
          <a:ln>
            <a:noFill/>
          </a:ln>
        </p:spPr>
      </p:pic>
      <p:sp>
        <p:nvSpPr>
          <p:cNvPr id="467" name="Google Shape;467;p51"/>
          <p:cNvSpPr txBox="1"/>
          <p:nvPr/>
        </p:nvSpPr>
        <p:spPr>
          <a:xfrm>
            <a:off x="609494" y="574862"/>
            <a:ext cx="5060730" cy="50270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4000"/>
              <a:buFont typeface="Arial"/>
              <a:buNone/>
            </a:pPr>
            <a:r>
              <a:rPr b="1" baseline="-25000" i="0" lang="en-US" sz="4000" u="none" cap="none" strike="noStrike">
                <a:solidFill>
                  <a:schemeClr val="dk1"/>
                </a:solidFill>
                <a:latin typeface="Arial"/>
                <a:ea typeface="Arial"/>
                <a:cs typeface="Arial"/>
                <a:sym typeface="Arial"/>
              </a:rPr>
              <a:t> For Example - </a:t>
            </a:r>
            <a:endParaRPr b="1" baseline="-25000" i="0" sz="5400" u="none" cap="none" strike="noStrike">
              <a:solidFill>
                <a:schemeClr val="dk1"/>
              </a:solidFill>
              <a:latin typeface="Arial"/>
              <a:ea typeface="Arial"/>
              <a:cs typeface="Arial"/>
              <a:sym typeface="Arial"/>
            </a:endParaRPr>
          </a:p>
        </p:txBody>
      </p:sp>
    </p:spTree>
  </p:cSld>
  <p:clrMapOvr>
    <a:masterClrMapping/>
  </p:clrMapOvr>
</p:sld>
</file>

<file path=ppt/slides/slide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1" name="Shape 471"/>
        <p:cNvGrpSpPr/>
        <p:nvPr/>
      </p:nvGrpSpPr>
      <p:grpSpPr>
        <a:xfrm>
          <a:off x="0" y="0"/>
          <a:ext cx="0" cy="0"/>
          <a:chOff x="0" y="0"/>
          <a:chExt cx="0" cy="0"/>
        </a:xfrm>
      </p:grpSpPr>
      <p:sp>
        <p:nvSpPr>
          <p:cNvPr id="472" name="Google Shape;472;p52"/>
          <p:cNvSpPr txBox="1"/>
          <p:nvPr>
            <p:ph type="title"/>
          </p:nvPr>
        </p:nvSpPr>
        <p:spPr>
          <a:xfrm>
            <a:off x="504031" y="43385"/>
            <a:ext cx="8482314" cy="1258920"/>
          </a:xfrm>
          <a:prstGeom prst="rect">
            <a:avLst/>
          </a:prstGeom>
          <a:noFill/>
          <a:ln>
            <a:noFill/>
          </a:ln>
        </p:spPr>
        <p:txBody>
          <a:bodyPr anchorCtr="0" anchor="ctr" bIns="0" lIns="0" spcFirstLastPara="1" rIns="0" wrap="square" tIns="0">
            <a:noAutofit/>
          </a:bodyPr>
          <a:lstStyle/>
          <a:p>
            <a:pPr indent="0" lvl="0" marL="0" rtl="0" algn="ctr">
              <a:lnSpc>
                <a:spcPct val="90000"/>
              </a:lnSpc>
              <a:spcBef>
                <a:spcPts val="0"/>
              </a:spcBef>
              <a:spcAft>
                <a:spcPts val="0"/>
              </a:spcAft>
              <a:buClr>
                <a:schemeClr val="dk1"/>
              </a:buClr>
              <a:buSzPts val="4400"/>
              <a:buFont typeface="Arial"/>
              <a:buNone/>
            </a:pPr>
            <a:r>
              <a:rPr lang="en-US"/>
              <a:t>Note</a:t>
            </a:r>
            <a:endParaRPr/>
          </a:p>
        </p:txBody>
      </p:sp>
      <p:sp>
        <p:nvSpPr>
          <p:cNvPr id="473" name="Google Shape;473;p52"/>
          <p:cNvSpPr txBox="1"/>
          <p:nvPr>
            <p:ph idx="4294967295" type="body"/>
          </p:nvPr>
        </p:nvSpPr>
        <p:spPr>
          <a:xfrm>
            <a:off x="319325" y="1941874"/>
            <a:ext cx="9072600" cy="4292100"/>
          </a:xfrm>
          <a:prstGeom prst="rect">
            <a:avLst/>
          </a:prstGeom>
          <a:noFill/>
          <a:ln>
            <a:noFill/>
          </a:ln>
        </p:spPr>
        <p:txBody>
          <a:bodyPr anchorCtr="0" anchor="t" bIns="50375" lIns="100775" spcFirstLastPara="1" rIns="100775" wrap="square" tIns="50375">
            <a:normAutofit/>
          </a:bodyPr>
          <a:lstStyle/>
          <a:p>
            <a:pPr indent="-215900" lvl="0" marL="228600" rtl="0" algn="l">
              <a:lnSpc>
                <a:spcPct val="90000"/>
              </a:lnSpc>
              <a:spcBef>
                <a:spcPts val="0"/>
              </a:spcBef>
              <a:spcAft>
                <a:spcPts val="0"/>
              </a:spcAft>
              <a:buClr>
                <a:schemeClr val="dk1"/>
              </a:buClr>
              <a:buSzPts val="2600"/>
              <a:buChar char="•"/>
            </a:pPr>
            <a:r>
              <a:rPr lang="en-US" sz="2600"/>
              <a:t>Graphical symbol for rendering constraints or comments attached to an element or collection of elements.</a:t>
            </a:r>
            <a:endParaRPr sz="2600"/>
          </a:p>
          <a:p>
            <a:pPr indent="-215900" lvl="0" marL="228600" rtl="0" algn="l">
              <a:lnSpc>
                <a:spcPct val="90000"/>
              </a:lnSpc>
              <a:spcBef>
                <a:spcPts val="1000"/>
              </a:spcBef>
              <a:spcAft>
                <a:spcPts val="0"/>
              </a:spcAft>
              <a:buClr>
                <a:schemeClr val="dk1"/>
              </a:buClr>
              <a:buSzPts val="2600"/>
              <a:buChar char="•"/>
            </a:pPr>
            <a:r>
              <a:rPr lang="en-US" sz="2600"/>
              <a:t>No Semantic Impact: does not alter the meaning of model.</a:t>
            </a:r>
            <a:endParaRPr sz="2600"/>
          </a:p>
          <a:p>
            <a:pPr indent="-215900" lvl="0" marL="228600" rtl="0" algn="l">
              <a:lnSpc>
                <a:spcPct val="90000"/>
              </a:lnSpc>
              <a:spcBef>
                <a:spcPts val="1000"/>
              </a:spcBef>
              <a:spcAft>
                <a:spcPts val="0"/>
              </a:spcAft>
              <a:buClr>
                <a:schemeClr val="dk1"/>
              </a:buClr>
              <a:buSzPts val="2600"/>
              <a:buChar char="•"/>
            </a:pPr>
            <a:r>
              <a:rPr lang="en-US" sz="2600"/>
              <a:t>Specify things like: Requirements, Observations, Reviews, Explanations, Constraints.</a:t>
            </a:r>
            <a:endParaRPr sz="2600"/>
          </a:p>
          <a:p>
            <a:pPr indent="-215900" lvl="0" marL="228600" rtl="0" algn="l">
              <a:lnSpc>
                <a:spcPct val="90000"/>
              </a:lnSpc>
              <a:spcBef>
                <a:spcPts val="1000"/>
              </a:spcBef>
              <a:spcAft>
                <a:spcPts val="0"/>
              </a:spcAft>
              <a:buClr>
                <a:schemeClr val="dk1"/>
              </a:buClr>
              <a:buSzPts val="2600"/>
              <a:buChar char="•"/>
            </a:pPr>
            <a:r>
              <a:rPr lang="en-US" sz="2600"/>
              <a:t> Graphically, a note is rendered as a rectangle with a dog-eared corner, together with a textual or graphical comment.</a:t>
            </a:r>
            <a:endParaRPr sz="3800"/>
          </a:p>
        </p:txBody>
      </p:sp>
      <p:pic>
        <p:nvPicPr>
          <p:cNvPr id="474" name="Google Shape;474;p52"/>
          <p:cNvPicPr preferRelativeResize="0"/>
          <p:nvPr/>
        </p:nvPicPr>
        <p:blipFill rotWithShape="1">
          <a:blip r:embed="rId3">
            <a:alphaModFix/>
          </a:blip>
          <a:srcRect b="0" l="0" r="0" t="0"/>
          <a:stretch/>
        </p:blipFill>
        <p:spPr>
          <a:xfrm>
            <a:off x="3177914" y="5203141"/>
            <a:ext cx="3139759" cy="1887067"/>
          </a:xfrm>
          <a:prstGeom prst="rect">
            <a:avLst/>
          </a:prstGeom>
          <a:noFill/>
          <a:ln>
            <a:noFill/>
          </a:ln>
        </p:spPr>
      </p:pic>
    </p:spTree>
  </p:cSld>
  <p:clrMapOvr>
    <a:masterClrMapping/>
  </p:clrMapOvr>
</p:sld>
</file>

<file path=ppt/slides/slide4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8" name="Shape 478"/>
        <p:cNvGrpSpPr/>
        <p:nvPr/>
      </p:nvGrpSpPr>
      <p:grpSpPr>
        <a:xfrm>
          <a:off x="0" y="0"/>
          <a:ext cx="0" cy="0"/>
          <a:chOff x="0" y="0"/>
          <a:chExt cx="0" cy="0"/>
        </a:xfrm>
      </p:grpSpPr>
      <p:sp>
        <p:nvSpPr>
          <p:cNvPr id="479" name="Google Shape;479;p53"/>
          <p:cNvSpPr txBox="1"/>
          <p:nvPr>
            <p:ph type="title"/>
          </p:nvPr>
        </p:nvSpPr>
        <p:spPr>
          <a:xfrm>
            <a:off x="504030" y="277243"/>
            <a:ext cx="8482200" cy="685800"/>
          </a:xfrm>
          <a:prstGeom prst="rect">
            <a:avLst/>
          </a:prstGeom>
          <a:noFill/>
          <a:ln>
            <a:noFill/>
          </a:ln>
        </p:spPr>
        <p:txBody>
          <a:bodyPr anchorCtr="0" anchor="ctr" bIns="0" lIns="0" spcFirstLastPara="1" rIns="0" wrap="square" tIns="0">
            <a:noAutofit/>
          </a:bodyPr>
          <a:lstStyle/>
          <a:p>
            <a:pPr indent="0" lvl="0" marL="0" rtl="0" algn="ctr">
              <a:lnSpc>
                <a:spcPct val="90000"/>
              </a:lnSpc>
              <a:spcBef>
                <a:spcPts val="0"/>
              </a:spcBef>
              <a:spcAft>
                <a:spcPts val="0"/>
              </a:spcAft>
              <a:buClr>
                <a:schemeClr val="dk1"/>
              </a:buClr>
              <a:buSzPts val="4400"/>
              <a:buFont typeface="Arial"/>
              <a:buNone/>
            </a:pPr>
            <a:r>
              <a:rPr lang="en-US"/>
              <a:t> Common Divisions</a:t>
            </a:r>
            <a:endParaRPr/>
          </a:p>
        </p:txBody>
      </p:sp>
      <p:sp>
        <p:nvSpPr>
          <p:cNvPr id="480" name="Google Shape;480;p53"/>
          <p:cNvSpPr txBox="1"/>
          <p:nvPr>
            <p:ph idx="4294967295" type="body"/>
          </p:nvPr>
        </p:nvSpPr>
        <p:spPr>
          <a:xfrm>
            <a:off x="504025" y="1824976"/>
            <a:ext cx="9072600" cy="5309700"/>
          </a:xfrm>
          <a:prstGeom prst="rect">
            <a:avLst/>
          </a:prstGeom>
          <a:noFill/>
          <a:ln>
            <a:noFill/>
          </a:ln>
        </p:spPr>
        <p:txBody>
          <a:bodyPr anchorCtr="0" anchor="t" bIns="50375" lIns="100775" spcFirstLastPara="1" rIns="100775" wrap="square" tIns="50375">
            <a:normAutofit/>
          </a:bodyPr>
          <a:lstStyle/>
          <a:p>
            <a:pPr indent="-228600" lvl="0" marL="228600" rtl="0" algn="l">
              <a:lnSpc>
                <a:spcPct val="90000"/>
              </a:lnSpc>
              <a:spcBef>
                <a:spcPts val="0"/>
              </a:spcBef>
              <a:spcAft>
                <a:spcPts val="0"/>
              </a:spcAft>
              <a:buClr>
                <a:schemeClr val="dk1"/>
              </a:buClr>
              <a:buSzPts val="2800"/>
              <a:buChar char="•"/>
            </a:pPr>
            <a:r>
              <a:rPr lang="en-US"/>
              <a:t>Common Division refers to the practice of logically separating elements in UML into meaningful pairs or roles to make models clear, maintainable, and structured.</a:t>
            </a:r>
            <a:endParaRPr/>
          </a:p>
          <a:p>
            <a:pPr indent="-50800" lvl="0" marL="228600" rtl="0" algn="l">
              <a:lnSpc>
                <a:spcPct val="90000"/>
              </a:lnSpc>
              <a:spcBef>
                <a:spcPts val="1000"/>
              </a:spcBef>
              <a:spcAft>
                <a:spcPts val="0"/>
              </a:spcAft>
              <a:buClr>
                <a:schemeClr val="dk1"/>
              </a:buClr>
              <a:buSzPts val="2800"/>
              <a:buNone/>
            </a:pPr>
            <a:r>
              <a:t/>
            </a:r>
            <a:endParaRPr/>
          </a:p>
          <a:p>
            <a:pPr indent="0" lvl="0" marL="0" rtl="0" algn="l">
              <a:lnSpc>
                <a:spcPct val="90000"/>
              </a:lnSpc>
              <a:spcBef>
                <a:spcPts val="1000"/>
              </a:spcBef>
              <a:spcAft>
                <a:spcPts val="0"/>
              </a:spcAft>
              <a:buClr>
                <a:schemeClr val="dk1"/>
              </a:buClr>
              <a:buSzPts val="2800"/>
              <a:buNone/>
            </a:pPr>
            <a:r>
              <a:rPr lang="en-US"/>
              <a:t>It helps to:</a:t>
            </a:r>
            <a:endParaRPr/>
          </a:p>
          <a:p>
            <a:pPr indent="-228600" lvl="0" marL="228600" rtl="0" algn="l">
              <a:lnSpc>
                <a:spcPct val="90000"/>
              </a:lnSpc>
              <a:spcBef>
                <a:spcPts val="1000"/>
              </a:spcBef>
              <a:spcAft>
                <a:spcPts val="0"/>
              </a:spcAft>
              <a:buClr>
                <a:schemeClr val="dk1"/>
              </a:buClr>
              <a:buSzPts val="2800"/>
              <a:buChar char="•"/>
            </a:pPr>
            <a:r>
              <a:rPr lang="en-US"/>
              <a:t>Clarify roles and responsibilities</a:t>
            </a:r>
            <a:endParaRPr/>
          </a:p>
          <a:p>
            <a:pPr indent="-228600" lvl="0" marL="228600" rtl="0" algn="l">
              <a:lnSpc>
                <a:spcPct val="90000"/>
              </a:lnSpc>
              <a:spcBef>
                <a:spcPts val="1000"/>
              </a:spcBef>
              <a:spcAft>
                <a:spcPts val="0"/>
              </a:spcAft>
              <a:buClr>
                <a:schemeClr val="dk1"/>
              </a:buClr>
              <a:buSzPts val="2800"/>
              <a:buChar char="•"/>
            </a:pPr>
            <a:r>
              <a:rPr lang="en-US"/>
              <a:t>Improve abstraction</a:t>
            </a:r>
            <a:endParaRPr/>
          </a:p>
          <a:p>
            <a:pPr indent="-228600" lvl="0" marL="228600" rtl="0" algn="l">
              <a:lnSpc>
                <a:spcPct val="90000"/>
              </a:lnSpc>
              <a:spcBef>
                <a:spcPts val="1000"/>
              </a:spcBef>
              <a:spcAft>
                <a:spcPts val="0"/>
              </a:spcAft>
              <a:buClr>
                <a:schemeClr val="dk1"/>
              </a:buClr>
              <a:buSzPts val="2800"/>
              <a:buChar char="•"/>
            </a:pPr>
            <a:r>
              <a:rPr lang="en-US"/>
              <a:t>Support separation of concerns</a:t>
            </a:r>
            <a:endParaRPr/>
          </a:p>
          <a:p>
            <a:pPr indent="-228600" lvl="0" marL="228600" rtl="0" algn="l">
              <a:lnSpc>
                <a:spcPct val="90000"/>
              </a:lnSpc>
              <a:spcBef>
                <a:spcPts val="1000"/>
              </a:spcBef>
              <a:spcAft>
                <a:spcPts val="0"/>
              </a:spcAft>
              <a:buClr>
                <a:schemeClr val="dk1"/>
              </a:buClr>
              <a:buSzPts val="2800"/>
              <a:buChar char="•"/>
            </a:pPr>
            <a:r>
              <a:rPr lang="en-US"/>
              <a:t>Promote flexibility and maintainability</a:t>
            </a:r>
            <a:endParaRPr/>
          </a:p>
          <a:p>
            <a:pPr indent="-76200" lvl="0" marL="228600" rtl="0" algn="l">
              <a:lnSpc>
                <a:spcPct val="90000"/>
              </a:lnSpc>
              <a:spcBef>
                <a:spcPts val="1000"/>
              </a:spcBef>
              <a:spcAft>
                <a:spcPts val="0"/>
              </a:spcAft>
              <a:buClr>
                <a:schemeClr val="dk1"/>
              </a:buClr>
              <a:buSzPts val="2400"/>
              <a:buNone/>
            </a:pPr>
            <a:r>
              <a:t/>
            </a:r>
            <a:endParaRPr sz="2400"/>
          </a:p>
        </p:txBody>
      </p:sp>
    </p:spTree>
  </p:cSld>
  <p:clrMapOvr>
    <a:masterClrMapping/>
  </p:clrMapOvr>
</p:sld>
</file>

<file path=ppt/slides/slide5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4" name="Shape 484"/>
        <p:cNvGrpSpPr/>
        <p:nvPr/>
      </p:nvGrpSpPr>
      <p:grpSpPr>
        <a:xfrm>
          <a:off x="0" y="0"/>
          <a:ext cx="0" cy="0"/>
          <a:chOff x="0" y="0"/>
          <a:chExt cx="0" cy="0"/>
        </a:xfrm>
      </p:grpSpPr>
      <p:sp>
        <p:nvSpPr>
          <p:cNvPr id="485" name="Google Shape;485;p54"/>
          <p:cNvSpPr txBox="1"/>
          <p:nvPr>
            <p:ph type="title"/>
          </p:nvPr>
        </p:nvSpPr>
        <p:spPr>
          <a:xfrm>
            <a:off x="630155" y="43443"/>
            <a:ext cx="8482314" cy="685741"/>
          </a:xfrm>
          <a:prstGeom prst="rect">
            <a:avLst/>
          </a:prstGeom>
          <a:noFill/>
          <a:ln>
            <a:noFill/>
          </a:ln>
        </p:spPr>
        <p:txBody>
          <a:bodyPr anchorCtr="0" anchor="ctr" bIns="0" lIns="0" spcFirstLastPara="1" rIns="0" wrap="square" tIns="0">
            <a:noAutofit/>
          </a:bodyPr>
          <a:lstStyle/>
          <a:p>
            <a:pPr indent="0" lvl="0" marL="0" rtl="0" algn="ctr">
              <a:lnSpc>
                <a:spcPct val="90000"/>
              </a:lnSpc>
              <a:spcBef>
                <a:spcPts val="0"/>
              </a:spcBef>
              <a:spcAft>
                <a:spcPts val="0"/>
              </a:spcAft>
              <a:buClr>
                <a:schemeClr val="dk1"/>
              </a:buClr>
              <a:buSzPts val="4400"/>
              <a:buFont typeface="Arial"/>
              <a:buNone/>
            </a:pPr>
            <a:r>
              <a:rPr lang="en-US"/>
              <a:t> Common Divisions</a:t>
            </a:r>
            <a:endParaRPr/>
          </a:p>
        </p:txBody>
      </p:sp>
      <p:sp>
        <p:nvSpPr>
          <p:cNvPr id="486" name="Google Shape;486;p54"/>
          <p:cNvSpPr txBox="1"/>
          <p:nvPr>
            <p:ph idx="4294967295" type="body"/>
          </p:nvPr>
        </p:nvSpPr>
        <p:spPr>
          <a:xfrm>
            <a:off x="318225" y="1688575"/>
            <a:ext cx="9384600" cy="5484900"/>
          </a:xfrm>
          <a:prstGeom prst="rect">
            <a:avLst/>
          </a:prstGeom>
          <a:noFill/>
          <a:ln>
            <a:noFill/>
          </a:ln>
        </p:spPr>
        <p:txBody>
          <a:bodyPr anchorCtr="0" anchor="t" bIns="50375" lIns="100775" spcFirstLastPara="1" rIns="100775" wrap="square" tIns="50375">
            <a:normAutofit lnSpcReduction="10000"/>
          </a:bodyPr>
          <a:lstStyle/>
          <a:p>
            <a:pPr indent="-241935" lvl="0" marL="228600" rtl="0" algn="l">
              <a:lnSpc>
                <a:spcPct val="90000"/>
              </a:lnSpc>
              <a:spcBef>
                <a:spcPts val="0"/>
              </a:spcBef>
              <a:spcAft>
                <a:spcPts val="0"/>
              </a:spcAft>
              <a:buClr>
                <a:schemeClr val="dk1"/>
              </a:buClr>
              <a:buSzPts val="2800"/>
              <a:buChar char="•"/>
            </a:pPr>
            <a:r>
              <a:rPr lang="en-US"/>
              <a:t>Two common divisions in UML – </a:t>
            </a:r>
            <a:endParaRPr/>
          </a:p>
          <a:p>
            <a:pPr indent="0" lvl="0" marL="0" rtl="0" algn="l">
              <a:lnSpc>
                <a:spcPct val="90000"/>
              </a:lnSpc>
              <a:spcBef>
                <a:spcPts val="0"/>
              </a:spcBef>
              <a:spcAft>
                <a:spcPts val="0"/>
              </a:spcAft>
              <a:buClr>
                <a:schemeClr val="dk1"/>
              </a:buClr>
              <a:buSzPts val="2800"/>
              <a:buNone/>
            </a:pPr>
            <a:r>
              <a:rPr lang="en-US"/>
              <a:t>classifier and instance, and interface and implementation</a:t>
            </a:r>
            <a:endParaRPr/>
          </a:p>
          <a:p>
            <a:pPr indent="0" lvl="0" marL="0" rtl="0" algn="l">
              <a:lnSpc>
                <a:spcPct val="90000"/>
              </a:lnSpc>
              <a:spcBef>
                <a:spcPts val="0"/>
              </a:spcBef>
              <a:spcAft>
                <a:spcPts val="0"/>
              </a:spcAft>
              <a:buClr>
                <a:schemeClr val="dk1"/>
              </a:buClr>
              <a:buSzPts val="2400"/>
              <a:buNone/>
            </a:pPr>
            <a:r>
              <a:t/>
            </a:r>
            <a:endParaRPr sz="2400"/>
          </a:p>
          <a:p>
            <a:pPr indent="0" lvl="0" marL="0" rtl="0" algn="l">
              <a:lnSpc>
                <a:spcPct val="90000"/>
              </a:lnSpc>
              <a:spcBef>
                <a:spcPts val="0"/>
              </a:spcBef>
              <a:spcAft>
                <a:spcPts val="0"/>
              </a:spcAft>
              <a:buClr>
                <a:schemeClr val="dk1"/>
              </a:buClr>
              <a:buSzPts val="2400"/>
              <a:buNone/>
            </a:pPr>
            <a:r>
              <a:rPr lang="en-US" sz="2400"/>
              <a:t>1. </a:t>
            </a:r>
            <a:r>
              <a:rPr b="1" lang="en-US" sz="2400"/>
              <a:t>Classifier and Instance</a:t>
            </a:r>
            <a:endParaRPr/>
          </a:p>
          <a:p>
            <a:pPr indent="0" lvl="0" marL="0" rtl="0" algn="l">
              <a:lnSpc>
                <a:spcPct val="90000"/>
              </a:lnSpc>
              <a:spcBef>
                <a:spcPts val="0"/>
              </a:spcBef>
              <a:spcAft>
                <a:spcPts val="0"/>
              </a:spcAft>
              <a:buClr>
                <a:schemeClr val="dk1"/>
              </a:buClr>
              <a:buSzPts val="2400"/>
              <a:buNone/>
            </a:pPr>
            <a:r>
              <a:rPr lang="en-US" sz="2400"/>
              <a:t> </a:t>
            </a:r>
            <a:r>
              <a:rPr b="1" lang="en-US" sz="2400"/>
              <a:t>Classifier</a:t>
            </a:r>
            <a:r>
              <a:rPr lang="en-US" sz="2400"/>
              <a:t> – an abstraction of grouping similar object (a type or blueprint)</a:t>
            </a:r>
            <a:endParaRPr/>
          </a:p>
          <a:p>
            <a:pPr indent="0" lvl="0" marL="0" rtl="0" algn="l">
              <a:lnSpc>
                <a:spcPct val="90000"/>
              </a:lnSpc>
              <a:spcBef>
                <a:spcPts val="0"/>
              </a:spcBef>
              <a:spcAft>
                <a:spcPts val="0"/>
              </a:spcAft>
              <a:buClr>
                <a:schemeClr val="dk1"/>
              </a:buClr>
              <a:buSzPts val="2400"/>
              <a:buNone/>
            </a:pPr>
            <a:r>
              <a:rPr lang="en-US" sz="2400"/>
              <a:t>e.g. bank account </a:t>
            </a:r>
            <a:endParaRPr/>
          </a:p>
          <a:p>
            <a:pPr indent="0" lvl="0" marL="0" rtl="0" algn="l">
              <a:lnSpc>
                <a:spcPct val="90000"/>
              </a:lnSpc>
              <a:spcBef>
                <a:spcPts val="0"/>
              </a:spcBef>
              <a:spcAft>
                <a:spcPts val="0"/>
              </a:spcAft>
              <a:buClr>
                <a:schemeClr val="dk1"/>
              </a:buClr>
              <a:buSzPts val="2400"/>
              <a:buNone/>
            </a:pPr>
            <a:r>
              <a:rPr b="1" lang="en-US" sz="2400"/>
              <a:t>Instance</a:t>
            </a:r>
            <a:r>
              <a:rPr lang="en-US" sz="2400"/>
              <a:t> – concrete things or instance of that abstraction </a:t>
            </a:r>
            <a:endParaRPr/>
          </a:p>
          <a:p>
            <a:pPr indent="0" lvl="0" marL="0" rtl="0" algn="l">
              <a:lnSpc>
                <a:spcPct val="90000"/>
              </a:lnSpc>
              <a:spcBef>
                <a:spcPts val="0"/>
              </a:spcBef>
              <a:spcAft>
                <a:spcPts val="0"/>
              </a:spcAft>
              <a:buClr>
                <a:schemeClr val="dk1"/>
              </a:buClr>
              <a:buSzPts val="2400"/>
              <a:buNone/>
            </a:pPr>
            <a:r>
              <a:rPr lang="en-US" sz="2400"/>
              <a:t>e.g. your bank account, my bank account </a:t>
            </a:r>
            <a:endParaRPr/>
          </a:p>
          <a:p>
            <a:pPr indent="0" lvl="0" marL="0" rtl="0" algn="l">
              <a:lnSpc>
                <a:spcPct val="90000"/>
              </a:lnSpc>
              <a:spcBef>
                <a:spcPts val="0"/>
              </a:spcBef>
              <a:spcAft>
                <a:spcPts val="0"/>
              </a:spcAft>
              <a:buClr>
                <a:schemeClr val="dk1"/>
              </a:buClr>
              <a:buSzPts val="2400"/>
              <a:buNone/>
            </a:pPr>
            <a:r>
              <a:t/>
            </a:r>
            <a:endParaRPr sz="2400"/>
          </a:p>
          <a:p>
            <a:pPr indent="0" lvl="0" marL="0" rtl="0" algn="l">
              <a:lnSpc>
                <a:spcPct val="90000"/>
              </a:lnSpc>
              <a:spcBef>
                <a:spcPts val="0"/>
              </a:spcBef>
              <a:spcAft>
                <a:spcPts val="0"/>
              </a:spcAft>
              <a:buClr>
                <a:schemeClr val="dk1"/>
              </a:buClr>
              <a:buSzPts val="2400"/>
              <a:buNone/>
            </a:pPr>
            <a:r>
              <a:rPr lang="en-US" sz="2400"/>
              <a:t>2. </a:t>
            </a:r>
            <a:r>
              <a:rPr b="1" lang="en-US" sz="2400"/>
              <a:t>Interface and Implementation </a:t>
            </a:r>
            <a:endParaRPr/>
          </a:p>
          <a:p>
            <a:pPr indent="0" lvl="0" marL="0" rtl="0" algn="l">
              <a:lnSpc>
                <a:spcPct val="90000"/>
              </a:lnSpc>
              <a:spcBef>
                <a:spcPts val="0"/>
              </a:spcBef>
              <a:spcAft>
                <a:spcPts val="0"/>
              </a:spcAft>
              <a:buClr>
                <a:schemeClr val="dk1"/>
              </a:buClr>
              <a:buSzPts val="2400"/>
              <a:buNone/>
            </a:pPr>
            <a:r>
              <a:rPr b="1" lang="en-US" sz="2400"/>
              <a:t>Interface</a:t>
            </a:r>
            <a:r>
              <a:rPr lang="en-US" sz="2400"/>
              <a:t> – define rules for interaction</a:t>
            </a:r>
            <a:endParaRPr/>
          </a:p>
          <a:p>
            <a:pPr indent="0" lvl="0" marL="0" rtl="0" algn="l">
              <a:lnSpc>
                <a:spcPct val="90000"/>
              </a:lnSpc>
              <a:spcBef>
                <a:spcPts val="0"/>
              </a:spcBef>
              <a:spcAft>
                <a:spcPts val="0"/>
              </a:spcAft>
              <a:buClr>
                <a:schemeClr val="dk1"/>
              </a:buClr>
              <a:buSzPts val="2400"/>
              <a:buNone/>
            </a:pPr>
            <a:r>
              <a:rPr lang="en-US" sz="2400"/>
              <a:t>	 - What something should do</a:t>
            </a:r>
            <a:endParaRPr/>
          </a:p>
          <a:p>
            <a:pPr indent="0" lvl="0" marL="0" rtl="0" algn="l">
              <a:lnSpc>
                <a:spcPct val="90000"/>
              </a:lnSpc>
              <a:spcBef>
                <a:spcPts val="0"/>
              </a:spcBef>
              <a:spcAft>
                <a:spcPts val="0"/>
              </a:spcAft>
              <a:buClr>
                <a:schemeClr val="dk1"/>
              </a:buClr>
              <a:buSzPts val="2400"/>
              <a:buNone/>
            </a:pPr>
            <a:r>
              <a:rPr lang="en-US" sz="2400"/>
              <a:t>	- e.g. the button on the front of your VCR </a:t>
            </a:r>
            <a:endParaRPr/>
          </a:p>
          <a:p>
            <a:pPr indent="0" lvl="0" marL="0" rtl="0" algn="l">
              <a:lnSpc>
                <a:spcPct val="90000"/>
              </a:lnSpc>
              <a:spcBef>
                <a:spcPts val="0"/>
              </a:spcBef>
              <a:spcAft>
                <a:spcPts val="0"/>
              </a:spcAft>
              <a:buClr>
                <a:schemeClr val="dk1"/>
              </a:buClr>
              <a:buSzPts val="2400"/>
              <a:buNone/>
            </a:pPr>
            <a:r>
              <a:rPr b="1" lang="en-US" sz="2400"/>
              <a:t>Implementation</a:t>
            </a:r>
            <a:r>
              <a:rPr lang="en-US" sz="2400"/>
              <a:t> – realization of the rules define in the interface </a:t>
            </a:r>
            <a:endParaRPr/>
          </a:p>
          <a:p>
            <a:pPr indent="0" lvl="0" marL="0" rtl="0" algn="l">
              <a:lnSpc>
                <a:spcPct val="90000"/>
              </a:lnSpc>
              <a:spcBef>
                <a:spcPts val="0"/>
              </a:spcBef>
              <a:spcAft>
                <a:spcPts val="0"/>
              </a:spcAft>
              <a:buClr>
                <a:schemeClr val="dk1"/>
              </a:buClr>
              <a:buSzPts val="2400"/>
              <a:buNone/>
            </a:pPr>
            <a:r>
              <a:rPr lang="en-US" sz="2400"/>
              <a:t>	- how it does </a:t>
            </a:r>
            <a:endParaRPr/>
          </a:p>
          <a:p>
            <a:pPr indent="0" lvl="0" marL="0" rtl="0" algn="l">
              <a:lnSpc>
                <a:spcPct val="90000"/>
              </a:lnSpc>
              <a:spcBef>
                <a:spcPts val="0"/>
              </a:spcBef>
              <a:spcAft>
                <a:spcPts val="0"/>
              </a:spcAft>
              <a:buClr>
                <a:schemeClr val="dk1"/>
              </a:buClr>
              <a:buSzPts val="2400"/>
              <a:buNone/>
            </a:pPr>
            <a:r>
              <a:rPr lang="en-US" sz="2400"/>
              <a:t>	- e.g. the mechanism inside VCR</a:t>
            </a:r>
            <a:endParaRPr sz="1800"/>
          </a:p>
          <a:p>
            <a:pPr indent="-87629" lvl="0" marL="228600" rtl="0" algn="l">
              <a:lnSpc>
                <a:spcPct val="90000"/>
              </a:lnSpc>
              <a:spcBef>
                <a:spcPts val="0"/>
              </a:spcBef>
              <a:spcAft>
                <a:spcPts val="0"/>
              </a:spcAft>
              <a:buClr>
                <a:schemeClr val="dk1"/>
              </a:buClr>
              <a:buSzPts val="2400"/>
              <a:buNone/>
            </a:pPr>
            <a:r>
              <a:t/>
            </a:r>
            <a:endParaRPr sz="2400"/>
          </a:p>
        </p:txBody>
      </p:sp>
    </p:spTree>
  </p:cSld>
  <p:clrMapOvr>
    <a:masterClrMapping/>
  </p:clrMapOvr>
</p:sld>
</file>

<file path=ppt/slides/slide5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0" name="Shape 490"/>
        <p:cNvGrpSpPr/>
        <p:nvPr/>
      </p:nvGrpSpPr>
      <p:grpSpPr>
        <a:xfrm>
          <a:off x="0" y="0"/>
          <a:ext cx="0" cy="0"/>
          <a:chOff x="0" y="0"/>
          <a:chExt cx="0" cy="0"/>
        </a:xfrm>
      </p:grpSpPr>
      <p:pic>
        <p:nvPicPr>
          <p:cNvPr id="491" name="Google Shape;491;p55"/>
          <p:cNvPicPr preferRelativeResize="0"/>
          <p:nvPr/>
        </p:nvPicPr>
        <p:blipFill rotWithShape="1">
          <a:blip r:embed="rId3">
            <a:alphaModFix/>
          </a:blip>
          <a:srcRect b="0" l="0" r="0" t="0"/>
          <a:stretch/>
        </p:blipFill>
        <p:spPr>
          <a:xfrm>
            <a:off x="372411" y="1713076"/>
            <a:ext cx="9335803" cy="5297213"/>
          </a:xfrm>
          <a:prstGeom prst="rect">
            <a:avLst/>
          </a:prstGeom>
          <a:noFill/>
          <a:ln>
            <a:noFill/>
          </a:ln>
        </p:spPr>
      </p:pic>
    </p:spTree>
  </p:cSld>
  <p:clrMapOvr>
    <a:masterClrMapping/>
  </p:clrMapOvr>
</p:sld>
</file>

<file path=ppt/slides/slide5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5" name="Shape 495"/>
        <p:cNvGrpSpPr/>
        <p:nvPr/>
      </p:nvGrpSpPr>
      <p:grpSpPr>
        <a:xfrm>
          <a:off x="0" y="0"/>
          <a:ext cx="0" cy="0"/>
          <a:chOff x="0" y="0"/>
          <a:chExt cx="0" cy="0"/>
        </a:xfrm>
      </p:grpSpPr>
      <p:sp>
        <p:nvSpPr>
          <p:cNvPr id="496" name="Google Shape;496;p56"/>
          <p:cNvSpPr txBox="1"/>
          <p:nvPr>
            <p:ph type="title"/>
          </p:nvPr>
        </p:nvSpPr>
        <p:spPr>
          <a:xfrm>
            <a:off x="504031" y="390226"/>
            <a:ext cx="8482314" cy="1258920"/>
          </a:xfrm>
          <a:prstGeom prst="rect">
            <a:avLst/>
          </a:prstGeom>
          <a:noFill/>
          <a:ln>
            <a:noFill/>
          </a:ln>
        </p:spPr>
        <p:txBody>
          <a:bodyPr anchorCtr="0" anchor="ctr" bIns="0" lIns="0" spcFirstLastPara="1" rIns="0" wrap="square" tIns="0">
            <a:noAutofit/>
          </a:bodyPr>
          <a:lstStyle/>
          <a:p>
            <a:pPr indent="0" lvl="0" marL="0" rtl="0" algn="ctr">
              <a:lnSpc>
                <a:spcPct val="90000"/>
              </a:lnSpc>
              <a:spcBef>
                <a:spcPts val="0"/>
              </a:spcBef>
              <a:spcAft>
                <a:spcPts val="0"/>
              </a:spcAft>
              <a:buClr>
                <a:schemeClr val="dk1"/>
              </a:buClr>
              <a:buSzPts val="4400"/>
              <a:buFont typeface="Arial"/>
              <a:buNone/>
            </a:pPr>
            <a:r>
              <a:rPr lang="en-US"/>
              <a:t> Extensibility mechanisms</a:t>
            </a:r>
            <a:endParaRPr/>
          </a:p>
        </p:txBody>
      </p:sp>
      <p:sp>
        <p:nvSpPr>
          <p:cNvPr id="497" name="Google Shape;497;p56"/>
          <p:cNvSpPr txBox="1"/>
          <p:nvPr>
            <p:ph idx="4294967295" type="body"/>
          </p:nvPr>
        </p:nvSpPr>
        <p:spPr>
          <a:xfrm>
            <a:off x="504025" y="1980849"/>
            <a:ext cx="9072600" cy="5158800"/>
          </a:xfrm>
          <a:prstGeom prst="rect">
            <a:avLst/>
          </a:prstGeom>
          <a:noFill/>
          <a:ln>
            <a:noFill/>
          </a:ln>
        </p:spPr>
        <p:txBody>
          <a:bodyPr anchorCtr="0" anchor="t" bIns="50375" lIns="100775" spcFirstLastPara="1" rIns="100775" wrap="square" tIns="50375">
            <a:normAutofit fontScale="92500" lnSpcReduction="20000"/>
          </a:bodyPr>
          <a:lstStyle/>
          <a:p>
            <a:pPr indent="-228600" lvl="0" marL="228600" rtl="0" algn="l">
              <a:lnSpc>
                <a:spcPct val="90000"/>
              </a:lnSpc>
              <a:spcBef>
                <a:spcPts val="0"/>
              </a:spcBef>
              <a:spcAft>
                <a:spcPts val="0"/>
              </a:spcAft>
              <a:buClr>
                <a:schemeClr val="dk1"/>
              </a:buClr>
              <a:buSzPct val="100000"/>
              <a:buChar char="•"/>
            </a:pPr>
            <a:r>
              <a:rPr lang="en-US"/>
              <a:t>UML allows extending the language to suit specific needs — via stereotypes, tagged values, and constraints.</a:t>
            </a:r>
            <a:endParaRPr/>
          </a:p>
          <a:p>
            <a:pPr indent="0" lvl="0" marL="0" rtl="0" algn="l">
              <a:lnSpc>
                <a:spcPct val="90000"/>
              </a:lnSpc>
              <a:spcBef>
                <a:spcPts val="1000"/>
              </a:spcBef>
              <a:spcAft>
                <a:spcPts val="0"/>
              </a:spcAft>
              <a:buClr>
                <a:schemeClr val="dk1"/>
              </a:buClr>
              <a:buSzPct val="100000"/>
              <a:buNone/>
            </a:pPr>
            <a:r>
              <a:t/>
            </a:r>
            <a:endParaRPr sz="2000"/>
          </a:p>
          <a:p>
            <a:pPr indent="-514350" lvl="0" marL="514350" rtl="0" algn="l">
              <a:lnSpc>
                <a:spcPct val="90000"/>
              </a:lnSpc>
              <a:spcBef>
                <a:spcPts val="1000"/>
              </a:spcBef>
              <a:spcAft>
                <a:spcPts val="0"/>
              </a:spcAft>
              <a:buClr>
                <a:schemeClr val="dk1"/>
              </a:buClr>
              <a:buSzPct val="100000"/>
              <a:buAutoNum type="arabicPeriod"/>
            </a:pPr>
            <a:r>
              <a:rPr b="1" lang="en-US"/>
              <a:t>Constraints</a:t>
            </a:r>
            <a:r>
              <a:rPr lang="en-US"/>
              <a:t> - Constraints allow you to add new rules to modeling elements </a:t>
            </a:r>
            <a:endParaRPr/>
          </a:p>
          <a:p>
            <a:pPr indent="-228600" lvl="1" marL="685800" rtl="0" algn="l">
              <a:lnSpc>
                <a:spcPct val="90000"/>
              </a:lnSpc>
              <a:spcBef>
                <a:spcPts val="500"/>
              </a:spcBef>
              <a:spcAft>
                <a:spcPts val="0"/>
              </a:spcAft>
              <a:buClr>
                <a:schemeClr val="dk1"/>
              </a:buClr>
              <a:buSzPct val="100000"/>
              <a:buFont typeface="Arial"/>
              <a:buChar char="-"/>
            </a:pPr>
            <a:r>
              <a:rPr lang="en-US"/>
              <a:t>Use text string in braces { }</a:t>
            </a:r>
            <a:endParaRPr/>
          </a:p>
          <a:p>
            <a:pPr indent="0" lvl="1" marL="457200" rtl="0" algn="l">
              <a:lnSpc>
                <a:spcPct val="90000"/>
              </a:lnSpc>
              <a:spcBef>
                <a:spcPts val="500"/>
              </a:spcBef>
              <a:spcAft>
                <a:spcPts val="0"/>
              </a:spcAft>
              <a:buClr>
                <a:schemeClr val="dk1"/>
              </a:buClr>
              <a:buSzPct val="100000"/>
              <a:buNone/>
            </a:pPr>
            <a:r>
              <a:t/>
            </a:r>
            <a:endParaRPr/>
          </a:p>
          <a:p>
            <a:pPr indent="0" lvl="0" marL="0" rtl="0" algn="l">
              <a:lnSpc>
                <a:spcPct val="90000"/>
              </a:lnSpc>
              <a:spcBef>
                <a:spcPts val="1000"/>
              </a:spcBef>
              <a:spcAft>
                <a:spcPts val="0"/>
              </a:spcAft>
              <a:buClr>
                <a:schemeClr val="dk1"/>
              </a:buClr>
              <a:buSzPct val="100000"/>
              <a:buNone/>
            </a:pPr>
            <a:r>
              <a:rPr b="1" lang="en-US"/>
              <a:t>2. Stereotypes-</a:t>
            </a:r>
            <a:r>
              <a:rPr lang="en-US"/>
              <a:t> Stereotypes allow you to define new modeling elements </a:t>
            </a:r>
            <a:endParaRPr/>
          </a:p>
          <a:p>
            <a:pPr indent="0" lvl="0" marL="0" rtl="0" algn="l">
              <a:lnSpc>
                <a:spcPct val="90000"/>
              </a:lnSpc>
              <a:spcBef>
                <a:spcPts val="1000"/>
              </a:spcBef>
              <a:spcAft>
                <a:spcPts val="0"/>
              </a:spcAft>
              <a:buClr>
                <a:schemeClr val="dk1"/>
              </a:buClr>
              <a:buSzPct val="100000"/>
              <a:buNone/>
            </a:pPr>
            <a:r>
              <a:rPr lang="en-US"/>
              <a:t>    - Write name in guillemets &lt;&lt;…&gt;&gt; </a:t>
            </a:r>
            <a:endParaRPr/>
          </a:p>
          <a:p>
            <a:pPr indent="0" lvl="0" marL="0" rtl="0" algn="l">
              <a:lnSpc>
                <a:spcPct val="90000"/>
              </a:lnSpc>
              <a:spcBef>
                <a:spcPts val="1000"/>
              </a:spcBef>
              <a:spcAft>
                <a:spcPts val="0"/>
              </a:spcAft>
              <a:buClr>
                <a:schemeClr val="dk1"/>
              </a:buClr>
              <a:buSzPct val="100000"/>
              <a:buNone/>
            </a:pPr>
            <a:r>
              <a:t/>
            </a:r>
            <a:endParaRPr/>
          </a:p>
          <a:p>
            <a:pPr indent="0" lvl="0" marL="0" rtl="0" algn="l">
              <a:lnSpc>
                <a:spcPct val="90000"/>
              </a:lnSpc>
              <a:spcBef>
                <a:spcPts val="1000"/>
              </a:spcBef>
              <a:spcAft>
                <a:spcPts val="0"/>
              </a:spcAft>
              <a:buClr>
                <a:schemeClr val="dk1"/>
              </a:buClr>
              <a:buSzPct val="100000"/>
              <a:buNone/>
            </a:pPr>
            <a:r>
              <a:rPr b="1" lang="en-US"/>
              <a:t>3. Tagged values </a:t>
            </a:r>
            <a:r>
              <a:rPr lang="en-US"/>
              <a:t>- Tagged values allow you to add your own properties to model elements </a:t>
            </a:r>
            <a:endParaRPr/>
          </a:p>
          <a:p>
            <a:pPr indent="0" lvl="0" marL="0" rtl="0" algn="l">
              <a:lnSpc>
                <a:spcPct val="90000"/>
              </a:lnSpc>
              <a:spcBef>
                <a:spcPts val="1000"/>
              </a:spcBef>
              <a:spcAft>
                <a:spcPts val="0"/>
              </a:spcAft>
              <a:buClr>
                <a:schemeClr val="dk1"/>
              </a:buClr>
              <a:buSzPct val="100000"/>
              <a:buNone/>
            </a:pPr>
            <a:r>
              <a:rPr lang="en-US"/>
              <a:t>    - Write like { tag1=value1, tag2=value2, … ,tagN=valueN}</a:t>
            </a:r>
            <a:endParaRPr/>
          </a:p>
        </p:txBody>
      </p:sp>
    </p:spTree>
  </p:cSld>
  <p:clrMapOvr>
    <a:masterClrMapping/>
  </p:clrMapOvr>
</p:sld>
</file>

<file path=ppt/slides/slide5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1" name="Shape 501"/>
        <p:cNvGrpSpPr/>
        <p:nvPr/>
      </p:nvGrpSpPr>
      <p:grpSpPr>
        <a:xfrm>
          <a:off x="0" y="0"/>
          <a:ext cx="0" cy="0"/>
          <a:chOff x="0" y="0"/>
          <a:chExt cx="0" cy="0"/>
        </a:xfrm>
      </p:grpSpPr>
      <p:sp>
        <p:nvSpPr>
          <p:cNvPr id="502" name="Google Shape;502;p57"/>
          <p:cNvSpPr txBox="1"/>
          <p:nvPr>
            <p:ph type="title"/>
          </p:nvPr>
        </p:nvSpPr>
        <p:spPr>
          <a:xfrm>
            <a:off x="504031" y="0"/>
            <a:ext cx="8482314" cy="1258920"/>
          </a:xfrm>
          <a:prstGeom prst="rect">
            <a:avLst/>
          </a:prstGeom>
          <a:noFill/>
          <a:ln>
            <a:noFill/>
          </a:ln>
        </p:spPr>
        <p:txBody>
          <a:bodyPr anchorCtr="0" anchor="ctr" bIns="0" lIns="0" spcFirstLastPara="1" rIns="0" wrap="square" tIns="0">
            <a:noAutofit/>
          </a:bodyPr>
          <a:lstStyle/>
          <a:p>
            <a:pPr indent="0" lvl="0" marL="0" rtl="0" algn="ctr">
              <a:lnSpc>
                <a:spcPct val="90000"/>
              </a:lnSpc>
              <a:spcBef>
                <a:spcPts val="0"/>
              </a:spcBef>
              <a:spcAft>
                <a:spcPts val="0"/>
              </a:spcAft>
              <a:buClr>
                <a:schemeClr val="dk1"/>
              </a:buClr>
              <a:buSzPts val="4400"/>
              <a:buFont typeface="Arial"/>
              <a:buNone/>
            </a:pPr>
            <a:r>
              <a:rPr lang="en-US"/>
              <a:t> Stereotypes</a:t>
            </a:r>
            <a:endParaRPr/>
          </a:p>
        </p:txBody>
      </p:sp>
      <p:sp>
        <p:nvSpPr>
          <p:cNvPr id="503" name="Google Shape;503;p57"/>
          <p:cNvSpPr txBox="1"/>
          <p:nvPr>
            <p:ph idx="4294967295" type="body"/>
          </p:nvPr>
        </p:nvSpPr>
        <p:spPr>
          <a:xfrm>
            <a:off x="504025" y="1961349"/>
            <a:ext cx="9072600" cy="5178300"/>
          </a:xfrm>
          <a:prstGeom prst="rect">
            <a:avLst/>
          </a:prstGeom>
          <a:noFill/>
          <a:ln>
            <a:noFill/>
          </a:ln>
        </p:spPr>
        <p:txBody>
          <a:bodyPr anchorCtr="0" anchor="t" bIns="50375" lIns="100775" spcFirstLastPara="1" rIns="100775" wrap="square" tIns="50375">
            <a:normAutofit fontScale="92500" lnSpcReduction="20000"/>
          </a:bodyPr>
          <a:lstStyle/>
          <a:p>
            <a:pPr indent="-228600" lvl="0" marL="228600" rtl="0" algn="l">
              <a:lnSpc>
                <a:spcPct val="90000"/>
              </a:lnSpc>
              <a:spcBef>
                <a:spcPts val="0"/>
              </a:spcBef>
              <a:spcAft>
                <a:spcPts val="0"/>
              </a:spcAft>
              <a:buClr>
                <a:schemeClr val="dk1"/>
              </a:buClr>
              <a:buSzPct val="100000"/>
              <a:buChar char="•"/>
            </a:pPr>
            <a:r>
              <a:rPr lang="en-US"/>
              <a:t>Stereotypes are used to create new building blocks from existing blocks</a:t>
            </a:r>
            <a:endParaRPr/>
          </a:p>
          <a:p>
            <a:pPr indent="-228600" lvl="0" marL="228600" rtl="0" algn="l">
              <a:lnSpc>
                <a:spcPct val="90000"/>
              </a:lnSpc>
              <a:spcBef>
                <a:spcPts val="1000"/>
              </a:spcBef>
              <a:spcAft>
                <a:spcPts val="0"/>
              </a:spcAft>
              <a:buClr>
                <a:schemeClr val="dk1"/>
              </a:buClr>
              <a:buSzPct val="100000"/>
              <a:buChar char="•"/>
            </a:pPr>
            <a:r>
              <a:rPr lang="en-US"/>
              <a:t>New building blocks are domain-specific</a:t>
            </a:r>
            <a:endParaRPr/>
          </a:p>
          <a:p>
            <a:pPr indent="-228600" lvl="0" marL="228600" rtl="0" algn="l">
              <a:lnSpc>
                <a:spcPct val="90000"/>
              </a:lnSpc>
              <a:spcBef>
                <a:spcPts val="1000"/>
              </a:spcBef>
              <a:spcAft>
                <a:spcPts val="0"/>
              </a:spcAft>
              <a:buClr>
                <a:schemeClr val="dk1"/>
              </a:buClr>
              <a:buSzPct val="100000"/>
              <a:buChar char="•"/>
            </a:pPr>
            <a:r>
              <a:rPr lang="en-US"/>
              <a:t>Stereotypes are used to extend the vocabulary of a system</a:t>
            </a:r>
            <a:endParaRPr/>
          </a:p>
          <a:p>
            <a:pPr indent="-228600" lvl="0" marL="228600" rtl="0" algn="l">
              <a:lnSpc>
                <a:spcPct val="90000"/>
              </a:lnSpc>
              <a:spcBef>
                <a:spcPts val="1000"/>
              </a:spcBef>
              <a:spcAft>
                <a:spcPts val="0"/>
              </a:spcAft>
              <a:buClr>
                <a:schemeClr val="dk1"/>
              </a:buClr>
              <a:buSzPct val="100000"/>
              <a:buChar char="•"/>
            </a:pPr>
            <a:r>
              <a:rPr lang="en-US"/>
              <a:t>Graphically represented as a name enclosed by guillemets (« »)</a:t>
            </a:r>
            <a:endParaRPr/>
          </a:p>
          <a:p>
            <a:pPr indent="-228600" lvl="0" marL="228600" rtl="0" algn="l">
              <a:lnSpc>
                <a:spcPct val="90000"/>
              </a:lnSpc>
              <a:spcBef>
                <a:spcPts val="1000"/>
              </a:spcBef>
              <a:spcAft>
                <a:spcPts val="0"/>
              </a:spcAft>
              <a:buClr>
                <a:schemeClr val="dk1"/>
              </a:buClr>
              <a:buSzPct val="100000"/>
              <a:buChar char="•"/>
            </a:pPr>
            <a:r>
              <a:rPr lang="en-US"/>
              <a:t>Example:</a:t>
            </a:r>
            <a:endParaRPr/>
          </a:p>
          <a:p>
            <a:pPr indent="0" lvl="0" marL="0" rtl="0" algn="l">
              <a:lnSpc>
                <a:spcPct val="90000"/>
              </a:lnSpc>
              <a:spcBef>
                <a:spcPts val="1000"/>
              </a:spcBef>
              <a:spcAft>
                <a:spcPts val="0"/>
              </a:spcAft>
              <a:buClr>
                <a:schemeClr val="dk1"/>
              </a:buClr>
              <a:buSzPct val="100000"/>
              <a:buNone/>
            </a:pPr>
            <a:r>
              <a:rPr lang="en-US"/>
              <a:t>&lt;&lt;controller&gt;&gt;, &lt;&lt;entity&gt;&gt;, &lt;&lt;boundary&gt;&gt;,&lt;&lt;interface&gt;&gt;, &lt;&lt;service&gt;&gt;, &lt;&lt;datastore&gt;&gt;</a:t>
            </a:r>
            <a:endParaRPr/>
          </a:p>
          <a:p>
            <a:pPr indent="-64135" lvl="0" marL="228600" rtl="0" algn="l">
              <a:lnSpc>
                <a:spcPct val="90000"/>
              </a:lnSpc>
              <a:spcBef>
                <a:spcPts val="1000"/>
              </a:spcBef>
              <a:spcAft>
                <a:spcPts val="0"/>
              </a:spcAft>
              <a:buClr>
                <a:schemeClr val="dk1"/>
              </a:buClr>
              <a:buSzPct val="100000"/>
              <a:buNone/>
            </a:pPr>
            <a:r>
              <a:t/>
            </a:r>
            <a:endParaRPr/>
          </a:p>
          <a:p>
            <a:pPr indent="0" lvl="0" marL="0" rtl="0" algn="l">
              <a:lnSpc>
                <a:spcPct val="90000"/>
              </a:lnSpc>
              <a:spcBef>
                <a:spcPts val="1000"/>
              </a:spcBef>
              <a:spcAft>
                <a:spcPts val="0"/>
              </a:spcAft>
              <a:buClr>
                <a:schemeClr val="dk1"/>
              </a:buClr>
              <a:buSzPct val="100000"/>
              <a:buNone/>
            </a:pPr>
            <a:r>
              <a:rPr lang="en-US"/>
              <a:t>Use:</a:t>
            </a:r>
            <a:endParaRPr/>
          </a:p>
          <a:p>
            <a:pPr indent="-228600" lvl="0" marL="228600" rtl="0" algn="l">
              <a:lnSpc>
                <a:spcPct val="90000"/>
              </a:lnSpc>
              <a:spcBef>
                <a:spcPts val="1000"/>
              </a:spcBef>
              <a:spcAft>
                <a:spcPts val="0"/>
              </a:spcAft>
              <a:buClr>
                <a:schemeClr val="dk1"/>
              </a:buClr>
              <a:buSzPct val="100000"/>
              <a:buChar char="•"/>
            </a:pPr>
            <a:r>
              <a:rPr lang="en-US"/>
              <a:t>Clarify role or responsibility</a:t>
            </a:r>
            <a:endParaRPr/>
          </a:p>
          <a:p>
            <a:pPr indent="-228600" lvl="0" marL="228600" rtl="0" algn="l">
              <a:lnSpc>
                <a:spcPct val="90000"/>
              </a:lnSpc>
              <a:spcBef>
                <a:spcPts val="1000"/>
              </a:spcBef>
              <a:spcAft>
                <a:spcPts val="0"/>
              </a:spcAft>
              <a:buClr>
                <a:schemeClr val="dk1"/>
              </a:buClr>
              <a:buSzPct val="100000"/>
              <a:buChar char="•"/>
            </a:pPr>
            <a:r>
              <a:rPr lang="en-US"/>
              <a:t>Extend UML element with domain-specific semantics</a:t>
            </a:r>
            <a:endParaRPr/>
          </a:p>
        </p:txBody>
      </p:sp>
    </p:spTree>
  </p:cSld>
  <p:clrMapOvr>
    <a:masterClrMapping/>
  </p:clrMapOvr>
</p:sld>
</file>

<file path=ppt/slides/slide5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7" name="Shape 507"/>
        <p:cNvGrpSpPr/>
        <p:nvPr/>
      </p:nvGrpSpPr>
      <p:grpSpPr>
        <a:xfrm>
          <a:off x="0" y="0"/>
          <a:ext cx="0" cy="0"/>
          <a:chOff x="0" y="0"/>
          <a:chExt cx="0" cy="0"/>
        </a:xfrm>
      </p:grpSpPr>
      <p:sp>
        <p:nvSpPr>
          <p:cNvPr id="508" name="Google Shape;508;p58"/>
          <p:cNvSpPr txBox="1"/>
          <p:nvPr>
            <p:ph type="title"/>
          </p:nvPr>
        </p:nvSpPr>
        <p:spPr>
          <a:xfrm>
            <a:off x="504031" y="390226"/>
            <a:ext cx="8482314" cy="1258920"/>
          </a:xfrm>
          <a:prstGeom prst="rect">
            <a:avLst/>
          </a:prstGeom>
          <a:noFill/>
          <a:ln>
            <a:noFill/>
          </a:ln>
        </p:spPr>
        <p:txBody>
          <a:bodyPr anchorCtr="0" anchor="ctr" bIns="0" lIns="0" spcFirstLastPara="1" rIns="0" wrap="square" tIns="0">
            <a:noAutofit/>
          </a:bodyPr>
          <a:lstStyle/>
          <a:p>
            <a:pPr indent="0" lvl="0" marL="0" rtl="0" algn="ctr">
              <a:lnSpc>
                <a:spcPct val="90000"/>
              </a:lnSpc>
              <a:spcBef>
                <a:spcPts val="0"/>
              </a:spcBef>
              <a:spcAft>
                <a:spcPts val="0"/>
              </a:spcAft>
              <a:buClr>
                <a:schemeClr val="dk1"/>
              </a:buClr>
              <a:buSzPts val="4400"/>
              <a:buFont typeface="Arial"/>
              <a:buNone/>
            </a:pPr>
            <a:r>
              <a:rPr lang="en-US"/>
              <a:t> Tagged Values</a:t>
            </a:r>
            <a:endParaRPr/>
          </a:p>
        </p:txBody>
      </p:sp>
      <p:sp>
        <p:nvSpPr>
          <p:cNvPr id="509" name="Google Shape;509;p58"/>
          <p:cNvSpPr txBox="1"/>
          <p:nvPr>
            <p:ph idx="4294967295" type="body"/>
          </p:nvPr>
        </p:nvSpPr>
        <p:spPr>
          <a:xfrm>
            <a:off x="504025" y="2234124"/>
            <a:ext cx="9072600" cy="4905600"/>
          </a:xfrm>
          <a:prstGeom prst="rect">
            <a:avLst/>
          </a:prstGeom>
          <a:noFill/>
          <a:ln>
            <a:noFill/>
          </a:ln>
        </p:spPr>
        <p:txBody>
          <a:bodyPr anchorCtr="0" anchor="t" bIns="50375" lIns="100775" spcFirstLastPara="1" rIns="100775" wrap="square" tIns="50375">
            <a:normAutofit/>
          </a:bodyPr>
          <a:lstStyle/>
          <a:p>
            <a:pPr indent="-228600" lvl="0" marL="228600" rtl="0" algn="l">
              <a:lnSpc>
                <a:spcPct val="90000"/>
              </a:lnSpc>
              <a:spcBef>
                <a:spcPts val="0"/>
              </a:spcBef>
              <a:spcAft>
                <a:spcPts val="0"/>
              </a:spcAft>
              <a:buClr>
                <a:schemeClr val="dk1"/>
              </a:buClr>
              <a:buSzPts val="2800"/>
              <a:buChar char="•"/>
            </a:pPr>
            <a:r>
              <a:rPr lang="en-US"/>
              <a:t>Tagged values are used to add to the information of the element (not of its instances)</a:t>
            </a:r>
            <a:endParaRPr/>
          </a:p>
          <a:p>
            <a:pPr indent="-228600" lvl="0" marL="228600" rtl="0" algn="l">
              <a:lnSpc>
                <a:spcPct val="90000"/>
              </a:lnSpc>
              <a:spcBef>
                <a:spcPts val="1000"/>
              </a:spcBef>
              <a:spcAft>
                <a:spcPts val="0"/>
              </a:spcAft>
              <a:buClr>
                <a:schemeClr val="dk1"/>
              </a:buClr>
              <a:buSzPts val="2800"/>
              <a:buChar char="•"/>
            </a:pPr>
            <a:r>
              <a:rPr lang="en-US"/>
              <a:t>Stereotypes help to create new building blocks, whereas tagged values help to create new attributes</a:t>
            </a:r>
            <a:endParaRPr/>
          </a:p>
          <a:p>
            <a:pPr indent="-228600" lvl="0" marL="228600" rtl="0" algn="l">
              <a:lnSpc>
                <a:spcPct val="90000"/>
              </a:lnSpc>
              <a:spcBef>
                <a:spcPts val="1000"/>
              </a:spcBef>
              <a:spcAft>
                <a:spcPts val="0"/>
              </a:spcAft>
              <a:buClr>
                <a:schemeClr val="dk1"/>
              </a:buClr>
              <a:buSzPts val="2800"/>
              <a:buChar char="•"/>
            </a:pPr>
            <a:r>
              <a:rPr lang="en-US"/>
              <a:t>These are commonly used to specify information relevant to code generation, configuration management and so on</a:t>
            </a:r>
            <a:endParaRPr/>
          </a:p>
        </p:txBody>
      </p:sp>
    </p:spTree>
  </p:cSld>
  <p:clrMapOvr>
    <a:masterClrMapping/>
  </p:clrMapOvr>
</p:sld>
</file>

<file path=ppt/slides/slide5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3" name="Shape 513"/>
        <p:cNvGrpSpPr/>
        <p:nvPr/>
      </p:nvGrpSpPr>
      <p:grpSpPr>
        <a:xfrm>
          <a:off x="0" y="0"/>
          <a:ext cx="0" cy="0"/>
          <a:chOff x="0" y="0"/>
          <a:chExt cx="0" cy="0"/>
        </a:xfrm>
      </p:grpSpPr>
      <p:sp>
        <p:nvSpPr>
          <p:cNvPr id="514" name="Google Shape;514;p59"/>
          <p:cNvSpPr txBox="1"/>
          <p:nvPr>
            <p:ph type="title"/>
          </p:nvPr>
        </p:nvSpPr>
        <p:spPr>
          <a:xfrm>
            <a:off x="504031" y="390226"/>
            <a:ext cx="8482314" cy="1258920"/>
          </a:xfrm>
          <a:prstGeom prst="rect">
            <a:avLst/>
          </a:prstGeom>
          <a:noFill/>
          <a:ln>
            <a:noFill/>
          </a:ln>
        </p:spPr>
        <p:txBody>
          <a:bodyPr anchorCtr="0" anchor="ctr" bIns="0" lIns="0" spcFirstLastPara="1" rIns="0" wrap="square" tIns="0">
            <a:noAutofit/>
          </a:bodyPr>
          <a:lstStyle/>
          <a:p>
            <a:pPr indent="0" lvl="0" marL="0" rtl="0" algn="ctr">
              <a:lnSpc>
                <a:spcPct val="90000"/>
              </a:lnSpc>
              <a:spcBef>
                <a:spcPts val="0"/>
              </a:spcBef>
              <a:spcAft>
                <a:spcPts val="0"/>
              </a:spcAft>
              <a:buClr>
                <a:schemeClr val="dk1"/>
              </a:buClr>
              <a:buSzPts val="4400"/>
              <a:buFont typeface="Arial"/>
              <a:buNone/>
            </a:pPr>
            <a:r>
              <a:rPr lang="en-US"/>
              <a:t>Constraints</a:t>
            </a:r>
            <a:endParaRPr/>
          </a:p>
        </p:txBody>
      </p:sp>
      <p:sp>
        <p:nvSpPr>
          <p:cNvPr id="515" name="Google Shape;515;p59"/>
          <p:cNvSpPr txBox="1"/>
          <p:nvPr>
            <p:ph idx="4294967295" type="body"/>
          </p:nvPr>
        </p:nvSpPr>
        <p:spPr>
          <a:xfrm>
            <a:off x="504025" y="2370524"/>
            <a:ext cx="9072600" cy="4769100"/>
          </a:xfrm>
          <a:prstGeom prst="rect">
            <a:avLst/>
          </a:prstGeom>
          <a:noFill/>
          <a:ln>
            <a:noFill/>
          </a:ln>
        </p:spPr>
        <p:txBody>
          <a:bodyPr anchorCtr="0" anchor="t" bIns="50375" lIns="100775" spcFirstLastPara="1" rIns="100775" wrap="square" tIns="50375">
            <a:normAutofit/>
          </a:bodyPr>
          <a:lstStyle/>
          <a:p>
            <a:pPr indent="-228600" lvl="0" marL="228600" rtl="0" algn="l">
              <a:lnSpc>
                <a:spcPct val="90000"/>
              </a:lnSpc>
              <a:spcBef>
                <a:spcPts val="0"/>
              </a:spcBef>
              <a:spcAft>
                <a:spcPts val="0"/>
              </a:spcAft>
              <a:buClr>
                <a:schemeClr val="dk1"/>
              </a:buClr>
              <a:buSzPts val="2800"/>
              <a:buChar char="•"/>
            </a:pPr>
            <a:r>
              <a:rPr lang="en-US"/>
              <a:t>Constraints are used to create rules for the model</a:t>
            </a:r>
            <a:endParaRPr/>
          </a:p>
          <a:p>
            <a:pPr indent="-228600" lvl="0" marL="228600" rtl="0" algn="l">
              <a:lnSpc>
                <a:spcPct val="90000"/>
              </a:lnSpc>
              <a:spcBef>
                <a:spcPts val="1000"/>
              </a:spcBef>
              <a:spcAft>
                <a:spcPts val="0"/>
              </a:spcAft>
              <a:buClr>
                <a:schemeClr val="dk1"/>
              </a:buClr>
              <a:buSzPts val="2800"/>
              <a:buChar char="•"/>
            </a:pPr>
            <a:r>
              <a:rPr lang="en-US"/>
              <a:t>Rules that impact the behavior of the model, and specify conditions that must be met</a:t>
            </a:r>
            <a:endParaRPr/>
          </a:p>
          <a:p>
            <a:pPr indent="-228600" lvl="0" marL="228600" rtl="0" algn="l">
              <a:lnSpc>
                <a:spcPct val="90000"/>
              </a:lnSpc>
              <a:spcBef>
                <a:spcPts val="1000"/>
              </a:spcBef>
              <a:spcAft>
                <a:spcPts val="0"/>
              </a:spcAft>
              <a:buClr>
                <a:schemeClr val="dk1"/>
              </a:buClr>
              <a:buSzPts val="2800"/>
              <a:buChar char="•"/>
            </a:pPr>
            <a:r>
              <a:rPr lang="en-US"/>
              <a:t>Can apply to any element in the model, i.e., attributes of a class, relationship</a:t>
            </a:r>
            <a:endParaRPr/>
          </a:p>
          <a:p>
            <a:pPr indent="-228600" lvl="0" marL="228600" rtl="0" algn="l">
              <a:lnSpc>
                <a:spcPct val="90000"/>
              </a:lnSpc>
              <a:spcBef>
                <a:spcPts val="1000"/>
              </a:spcBef>
              <a:spcAft>
                <a:spcPts val="0"/>
              </a:spcAft>
              <a:buClr>
                <a:schemeClr val="dk1"/>
              </a:buClr>
              <a:buSzPts val="2800"/>
              <a:buChar char="•"/>
            </a:pPr>
            <a:r>
              <a:rPr lang="en-US"/>
              <a:t>Graphically represented as a string enclosed by braces {....} and placed near the associated elements or connected to that elements by dependency relationships</a:t>
            </a:r>
            <a:endParaRPr/>
          </a:p>
        </p:txBody>
      </p:sp>
    </p:spTree>
  </p:cSld>
  <p:clrMapOvr>
    <a:masterClrMapping/>
  </p:clrMapOvr>
</p:sld>
</file>

<file path=ppt/slides/slide5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9" name="Shape 519"/>
        <p:cNvGrpSpPr/>
        <p:nvPr/>
      </p:nvGrpSpPr>
      <p:grpSpPr>
        <a:xfrm>
          <a:off x="0" y="0"/>
          <a:ext cx="0" cy="0"/>
          <a:chOff x="0" y="0"/>
          <a:chExt cx="0" cy="0"/>
        </a:xfrm>
      </p:grpSpPr>
      <p:pic>
        <p:nvPicPr>
          <p:cNvPr descr="Generated image" id="520" name="Google Shape;520;p60"/>
          <p:cNvPicPr preferRelativeResize="0"/>
          <p:nvPr/>
        </p:nvPicPr>
        <p:blipFill rotWithShape="1">
          <a:blip r:embed="rId3">
            <a:alphaModFix/>
          </a:blip>
          <a:srcRect b="0" l="0" r="0" t="0"/>
          <a:stretch/>
        </p:blipFill>
        <p:spPr>
          <a:xfrm>
            <a:off x="1710600" y="2019827"/>
            <a:ext cx="5818900" cy="4837174"/>
          </a:xfrm>
          <a:prstGeom prst="rect">
            <a:avLst/>
          </a:prstGeom>
          <a:noFill/>
          <a:ln>
            <a:noFill/>
          </a:ln>
        </p:spPr>
      </p:pic>
    </p:spTree>
  </p:cSld>
  <p:clrMapOvr>
    <a:masterClrMapping/>
  </p:clrMapOvr>
</p:sld>
</file>

<file path=ppt/slides/slide5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4" name="Shape 524"/>
        <p:cNvGrpSpPr/>
        <p:nvPr/>
      </p:nvGrpSpPr>
      <p:grpSpPr>
        <a:xfrm>
          <a:off x="0" y="0"/>
          <a:ext cx="0" cy="0"/>
          <a:chOff x="0" y="0"/>
          <a:chExt cx="0" cy="0"/>
        </a:xfrm>
      </p:grpSpPr>
      <p:sp>
        <p:nvSpPr>
          <p:cNvPr id="525" name="Google Shape;525;p61"/>
          <p:cNvSpPr txBox="1"/>
          <p:nvPr>
            <p:ph type="title"/>
          </p:nvPr>
        </p:nvSpPr>
        <p:spPr>
          <a:xfrm>
            <a:off x="504031" y="137978"/>
            <a:ext cx="8482314" cy="1258920"/>
          </a:xfrm>
          <a:prstGeom prst="rect">
            <a:avLst/>
          </a:prstGeom>
          <a:noFill/>
          <a:ln>
            <a:noFill/>
          </a:ln>
        </p:spPr>
        <p:txBody>
          <a:bodyPr anchorCtr="0" anchor="ctr" bIns="0" lIns="0" spcFirstLastPara="1" rIns="0" wrap="square" tIns="0">
            <a:noAutofit/>
          </a:bodyPr>
          <a:lstStyle/>
          <a:p>
            <a:pPr indent="0" lvl="0" marL="0" rtl="0" algn="ctr">
              <a:lnSpc>
                <a:spcPct val="90000"/>
              </a:lnSpc>
              <a:spcBef>
                <a:spcPts val="0"/>
              </a:spcBef>
              <a:spcAft>
                <a:spcPts val="0"/>
              </a:spcAft>
              <a:buClr>
                <a:schemeClr val="dk1"/>
              </a:buClr>
              <a:buSzPts val="4400"/>
              <a:buFont typeface="Arial"/>
              <a:buNone/>
            </a:pPr>
            <a:r>
              <a:rPr lang="en-US"/>
              <a:t>UML Architecture</a:t>
            </a:r>
            <a:endParaRPr/>
          </a:p>
        </p:txBody>
      </p:sp>
      <p:sp>
        <p:nvSpPr>
          <p:cNvPr id="526" name="Google Shape;526;p61"/>
          <p:cNvSpPr txBox="1"/>
          <p:nvPr>
            <p:ph idx="4294967295" type="body"/>
          </p:nvPr>
        </p:nvSpPr>
        <p:spPr>
          <a:xfrm>
            <a:off x="630150" y="2039301"/>
            <a:ext cx="9072600" cy="4617600"/>
          </a:xfrm>
          <a:prstGeom prst="rect">
            <a:avLst/>
          </a:prstGeom>
          <a:noFill/>
          <a:ln>
            <a:noFill/>
          </a:ln>
        </p:spPr>
        <p:txBody>
          <a:bodyPr anchorCtr="0" anchor="t" bIns="50375" lIns="100775" spcFirstLastPara="1" rIns="100775" wrap="square" tIns="50375">
            <a:normAutofit lnSpcReduction="20000"/>
          </a:bodyPr>
          <a:lstStyle/>
          <a:p>
            <a:pPr indent="-228600" lvl="0" marL="228600" rtl="0" algn="l">
              <a:lnSpc>
                <a:spcPct val="90000"/>
              </a:lnSpc>
              <a:spcBef>
                <a:spcPts val="0"/>
              </a:spcBef>
              <a:spcAft>
                <a:spcPts val="0"/>
              </a:spcAft>
              <a:buClr>
                <a:schemeClr val="dk1"/>
              </a:buClr>
              <a:buSzPts val="2800"/>
              <a:buChar char="•"/>
            </a:pPr>
            <a:r>
              <a:rPr lang="en-US"/>
              <a:t>The UML (Unified Modeling Language) architecture defines how the language itself is structured, not just how it's used to model systems.</a:t>
            </a:r>
            <a:endParaRPr/>
          </a:p>
          <a:p>
            <a:pPr indent="0" lvl="0" marL="0" rtl="0" algn="l">
              <a:lnSpc>
                <a:spcPct val="90000"/>
              </a:lnSpc>
              <a:spcBef>
                <a:spcPts val="1000"/>
              </a:spcBef>
              <a:spcAft>
                <a:spcPts val="0"/>
              </a:spcAft>
              <a:buClr>
                <a:schemeClr val="dk1"/>
              </a:buClr>
              <a:buSzPts val="2800"/>
              <a:buNone/>
            </a:pPr>
            <a:r>
              <a:t/>
            </a:r>
            <a:endParaRPr/>
          </a:p>
          <a:p>
            <a:pPr indent="-228600" lvl="0" marL="228600" rtl="0" algn="l">
              <a:lnSpc>
                <a:spcPct val="90000"/>
              </a:lnSpc>
              <a:spcBef>
                <a:spcPts val="1000"/>
              </a:spcBef>
              <a:spcAft>
                <a:spcPts val="0"/>
              </a:spcAft>
              <a:buClr>
                <a:schemeClr val="dk1"/>
              </a:buClr>
              <a:buSzPts val="2800"/>
              <a:buChar char="•"/>
            </a:pPr>
            <a:r>
              <a:rPr lang="en-US"/>
              <a:t>Any real-world system is used by different users. The users can be developers, testers, business people, analysts, and many more. Hence, before designing a system, the architecture is made with different perspectives in mind. The most important part is to visualize the system from the perspective of different viewers. The better we understand the better we can build the system.</a:t>
            </a:r>
            <a:endParaRPr/>
          </a:p>
          <a:p>
            <a:pPr indent="0" lvl="0" marL="0" rtl="0" algn="l">
              <a:lnSpc>
                <a:spcPct val="90000"/>
              </a:lnSpc>
              <a:spcBef>
                <a:spcPts val="1000"/>
              </a:spcBef>
              <a:spcAft>
                <a:spcPts val="0"/>
              </a:spcAft>
              <a:buClr>
                <a:schemeClr val="dk1"/>
              </a:buClr>
              <a:buSzPts val="2800"/>
              <a:buNone/>
            </a:pPr>
            <a:r>
              <a:t/>
            </a:r>
            <a:endParaRPr b="1"/>
          </a:p>
        </p:txBody>
      </p:sp>
    </p:spTree>
  </p:cSld>
  <p:clrMapOvr>
    <a:masterClrMapping/>
  </p:clrMapOvr>
</p:sld>
</file>

<file path=ppt/slides/slide5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0" name="Shape 530"/>
        <p:cNvGrpSpPr/>
        <p:nvPr/>
      </p:nvGrpSpPr>
      <p:grpSpPr>
        <a:xfrm>
          <a:off x="0" y="0"/>
          <a:ext cx="0" cy="0"/>
          <a:chOff x="0" y="0"/>
          <a:chExt cx="0" cy="0"/>
        </a:xfrm>
      </p:grpSpPr>
      <p:sp>
        <p:nvSpPr>
          <p:cNvPr id="531" name="Google Shape;531;p62"/>
          <p:cNvSpPr txBox="1"/>
          <p:nvPr>
            <p:ph type="title"/>
          </p:nvPr>
        </p:nvSpPr>
        <p:spPr>
          <a:xfrm>
            <a:off x="504031" y="137978"/>
            <a:ext cx="8482314" cy="1258920"/>
          </a:xfrm>
          <a:prstGeom prst="rect">
            <a:avLst/>
          </a:prstGeom>
          <a:noFill/>
          <a:ln>
            <a:noFill/>
          </a:ln>
        </p:spPr>
        <p:txBody>
          <a:bodyPr anchorCtr="0" anchor="ctr" bIns="0" lIns="0" spcFirstLastPara="1" rIns="0" wrap="square" tIns="0">
            <a:noAutofit/>
          </a:bodyPr>
          <a:lstStyle/>
          <a:p>
            <a:pPr indent="0" lvl="0" marL="0" rtl="0" algn="ctr">
              <a:lnSpc>
                <a:spcPct val="90000"/>
              </a:lnSpc>
              <a:spcBef>
                <a:spcPts val="0"/>
              </a:spcBef>
              <a:spcAft>
                <a:spcPts val="0"/>
              </a:spcAft>
              <a:buClr>
                <a:schemeClr val="dk1"/>
              </a:buClr>
              <a:buSzPts val="4400"/>
              <a:buFont typeface="Arial"/>
              <a:buNone/>
            </a:pPr>
            <a:r>
              <a:rPr lang="en-US"/>
              <a:t>UML Architecture</a:t>
            </a:r>
            <a:endParaRPr/>
          </a:p>
        </p:txBody>
      </p:sp>
      <p:sp>
        <p:nvSpPr>
          <p:cNvPr id="532" name="Google Shape;532;p62"/>
          <p:cNvSpPr txBox="1"/>
          <p:nvPr>
            <p:ph idx="4294967295" type="body"/>
          </p:nvPr>
        </p:nvSpPr>
        <p:spPr>
          <a:xfrm>
            <a:off x="630150" y="2136700"/>
            <a:ext cx="9072600" cy="4342800"/>
          </a:xfrm>
          <a:prstGeom prst="rect">
            <a:avLst/>
          </a:prstGeom>
          <a:noFill/>
          <a:ln>
            <a:noFill/>
          </a:ln>
        </p:spPr>
        <p:txBody>
          <a:bodyPr anchorCtr="0" anchor="t" bIns="50375" lIns="100775" spcFirstLastPara="1" rIns="100775" wrap="square" tIns="50375">
            <a:normAutofit/>
          </a:bodyPr>
          <a:lstStyle/>
          <a:p>
            <a:pPr indent="-228600" lvl="0" marL="228600" rtl="0" algn="l">
              <a:lnSpc>
                <a:spcPct val="90000"/>
              </a:lnSpc>
              <a:spcBef>
                <a:spcPts val="0"/>
              </a:spcBef>
              <a:spcAft>
                <a:spcPts val="0"/>
              </a:spcAft>
              <a:buClr>
                <a:schemeClr val="dk1"/>
              </a:buClr>
              <a:buSzPts val="2800"/>
              <a:buChar char="•"/>
            </a:pPr>
            <a:r>
              <a:rPr b="1" lang="en-US"/>
              <a:t>“ 4+1 View” architecture also known as the Kruchten’s 4+1 View Model, described by philippe Kruchten</a:t>
            </a:r>
            <a:endParaRPr/>
          </a:p>
          <a:p>
            <a:pPr indent="0" lvl="0" marL="0" rtl="0" algn="l">
              <a:lnSpc>
                <a:spcPct val="90000"/>
              </a:lnSpc>
              <a:spcBef>
                <a:spcPts val="1000"/>
              </a:spcBef>
              <a:spcAft>
                <a:spcPts val="0"/>
              </a:spcAft>
              <a:buClr>
                <a:schemeClr val="dk1"/>
              </a:buClr>
              <a:buSzPts val="2800"/>
              <a:buNone/>
            </a:pPr>
            <a:r>
              <a:t/>
            </a:r>
            <a:endParaRPr b="1"/>
          </a:p>
          <a:p>
            <a:pPr indent="0" lvl="0" marL="0" rtl="0" algn="l">
              <a:lnSpc>
                <a:spcPct val="90000"/>
              </a:lnSpc>
              <a:spcBef>
                <a:spcPts val="1000"/>
              </a:spcBef>
              <a:spcAft>
                <a:spcPts val="0"/>
              </a:spcAft>
              <a:buClr>
                <a:schemeClr val="dk1"/>
              </a:buClr>
              <a:buSzPts val="2800"/>
              <a:buNone/>
            </a:pPr>
            <a:r>
              <a:rPr b="1" lang="en-US"/>
              <a:t>4 views = Logical, Development, Process, Physical</a:t>
            </a:r>
            <a:endParaRPr/>
          </a:p>
          <a:p>
            <a:pPr indent="-50800" lvl="0" marL="228600" rtl="0" algn="l">
              <a:lnSpc>
                <a:spcPct val="90000"/>
              </a:lnSpc>
              <a:spcBef>
                <a:spcPts val="1000"/>
              </a:spcBef>
              <a:spcAft>
                <a:spcPts val="0"/>
              </a:spcAft>
              <a:buClr>
                <a:schemeClr val="dk1"/>
              </a:buClr>
              <a:buSzPts val="2800"/>
              <a:buNone/>
            </a:pPr>
            <a:r>
              <a:t/>
            </a:r>
            <a:endParaRPr b="1"/>
          </a:p>
          <a:p>
            <a:pPr indent="0" lvl="0" marL="0" rtl="0" algn="l">
              <a:lnSpc>
                <a:spcPct val="90000"/>
              </a:lnSpc>
              <a:spcBef>
                <a:spcPts val="1000"/>
              </a:spcBef>
              <a:spcAft>
                <a:spcPts val="0"/>
              </a:spcAft>
              <a:buClr>
                <a:schemeClr val="dk1"/>
              </a:buClr>
              <a:buSzPts val="2800"/>
              <a:buNone/>
            </a:pPr>
            <a:r>
              <a:rPr b="1" lang="en-US"/>
              <a:t>+1 view = Use Case view (central to all others)</a:t>
            </a:r>
            <a:endParaRPr/>
          </a:p>
        </p:txBody>
      </p:sp>
    </p:spTree>
  </p:cSld>
  <p:clrMapOvr>
    <a:masterClrMapping/>
  </p:clrMapOvr>
</p:sld>
</file>

<file path=ppt/slides/slide5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6" name="Shape 536"/>
        <p:cNvGrpSpPr/>
        <p:nvPr/>
      </p:nvGrpSpPr>
      <p:grpSpPr>
        <a:xfrm>
          <a:off x="0" y="0"/>
          <a:ext cx="0" cy="0"/>
          <a:chOff x="0" y="0"/>
          <a:chExt cx="0" cy="0"/>
        </a:xfrm>
      </p:grpSpPr>
      <p:pic>
        <p:nvPicPr>
          <p:cNvPr id="537" name="Google Shape;537;p63"/>
          <p:cNvPicPr preferRelativeResize="0"/>
          <p:nvPr/>
        </p:nvPicPr>
        <p:blipFill rotWithShape="1">
          <a:blip r:embed="rId3">
            <a:alphaModFix/>
          </a:blip>
          <a:srcRect b="0" l="0" r="0" t="0"/>
          <a:stretch/>
        </p:blipFill>
        <p:spPr>
          <a:xfrm>
            <a:off x="221061" y="1878723"/>
            <a:ext cx="9638540" cy="5095424"/>
          </a:xfrm>
          <a:prstGeom prst="rect">
            <a:avLst/>
          </a:prstGeom>
          <a:noFill/>
          <a:ln>
            <a:noFill/>
          </a:ln>
        </p:spPr>
      </p:pic>
    </p:spTree>
  </p:cSld>
  <p:clrMapOvr>
    <a:masterClrMapping/>
  </p:clrMapOvr>
</p:sld>
</file>

<file path=ppt/slides/slide6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41" name="Shape 541"/>
        <p:cNvGrpSpPr/>
        <p:nvPr/>
      </p:nvGrpSpPr>
      <p:grpSpPr>
        <a:xfrm>
          <a:off x="0" y="0"/>
          <a:ext cx="0" cy="0"/>
          <a:chOff x="0" y="0"/>
          <a:chExt cx="0" cy="0"/>
        </a:xfrm>
      </p:grpSpPr>
      <p:sp>
        <p:nvSpPr>
          <p:cNvPr id="542" name="Google Shape;542;p64"/>
          <p:cNvSpPr txBox="1"/>
          <p:nvPr>
            <p:ph idx="4294967295" type="body"/>
          </p:nvPr>
        </p:nvSpPr>
        <p:spPr>
          <a:xfrm>
            <a:off x="504025" y="1805500"/>
            <a:ext cx="9072600" cy="5334300"/>
          </a:xfrm>
          <a:prstGeom prst="rect">
            <a:avLst/>
          </a:prstGeom>
          <a:noFill/>
          <a:ln>
            <a:noFill/>
          </a:ln>
        </p:spPr>
        <p:txBody>
          <a:bodyPr anchorCtr="0" anchor="t" bIns="50375" lIns="100775" spcFirstLastPara="1" rIns="100775" wrap="square" tIns="50375">
            <a:normAutofit/>
          </a:bodyPr>
          <a:lstStyle/>
          <a:p>
            <a:pPr indent="-228600" lvl="0" marL="228600" rtl="0" algn="l">
              <a:lnSpc>
                <a:spcPct val="90000"/>
              </a:lnSpc>
              <a:spcBef>
                <a:spcPts val="0"/>
              </a:spcBef>
              <a:spcAft>
                <a:spcPts val="0"/>
              </a:spcAft>
              <a:buClr>
                <a:schemeClr val="dk1"/>
              </a:buClr>
              <a:buSzPts val="2800"/>
              <a:buChar char="•"/>
            </a:pPr>
            <a:r>
              <a:rPr lang="en-US"/>
              <a:t>Shows functionality of the system from an object-oriented perspective</a:t>
            </a:r>
            <a:endParaRPr/>
          </a:p>
          <a:p>
            <a:pPr indent="-50800" lvl="0" marL="228600" rtl="0" algn="l">
              <a:lnSpc>
                <a:spcPct val="90000"/>
              </a:lnSpc>
              <a:spcBef>
                <a:spcPts val="1000"/>
              </a:spcBef>
              <a:spcAft>
                <a:spcPts val="0"/>
              </a:spcAft>
              <a:buClr>
                <a:schemeClr val="dk1"/>
              </a:buClr>
              <a:buSzPts val="2800"/>
              <a:buNone/>
            </a:pPr>
            <a:r>
              <a:t/>
            </a:r>
            <a:endParaRPr/>
          </a:p>
          <a:p>
            <a:pPr indent="-228600" lvl="0" marL="228600" rtl="0" algn="l">
              <a:lnSpc>
                <a:spcPct val="90000"/>
              </a:lnSpc>
              <a:spcBef>
                <a:spcPts val="1000"/>
              </a:spcBef>
              <a:spcAft>
                <a:spcPts val="0"/>
              </a:spcAft>
              <a:buClr>
                <a:schemeClr val="dk1"/>
              </a:buClr>
              <a:buSzPts val="2800"/>
              <a:buChar char="•"/>
            </a:pPr>
            <a:r>
              <a:rPr lang="en-US"/>
              <a:t>Describes how the system is broken into classes and objects </a:t>
            </a:r>
            <a:endParaRPr/>
          </a:p>
          <a:p>
            <a:pPr indent="-50800" lvl="0" marL="228600" rtl="0" algn="l">
              <a:lnSpc>
                <a:spcPct val="90000"/>
              </a:lnSpc>
              <a:spcBef>
                <a:spcPts val="1000"/>
              </a:spcBef>
              <a:spcAft>
                <a:spcPts val="0"/>
              </a:spcAft>
              <a:buClr>
                <a:schemeClr val="dk1"/>
              </a:buClr>
              <a:buSzPts val="2800"/>
              <a:buNone/>
            </a:pPr>
            <a:r>
              <a:t/>
            </a:r>
            <a:endParaRPr/>
          </a:p>
          <a:p>
            <a:pPr indent="-228600" lvl="0" marL="228600" rtl="0" algn="l">
              <a:lnSpc>
                <a:spcPct val="90000"/>
              </a:lnSpc>
              <a:spcBef>
                <a:spcPts val="1000"/>
              </a:spcBef>
              <a:spcAft>
                <a:spcPts val="0"/>
              </a:spcAft>
              <a:buClr>
                <a:schemeClr val="dk1"/>
              </a:buClr>
              <a:buSzPts val="2800"/>
              <a:buChar char="•"/>
            </a:pPr>
            <a:r>
              <a:rPr lang="en-US"/>
              <a:t>Provide functionality to end user</a:t>
            </a:r>
            <a:endParaRPr/>
          </a:p>
          <a:p>
            <a:pPr indent="0" lvl="0" marL="0" rtl="0" algn="l">
              <a:lnSpc>
                <a:spcPct val="90000"/>
              </a:lnSpc>
              <a:spcBef>
                <a:spcPts val="1000"/>
              </a:spcBef>
              <a:spcAft>
                <a:spcPts val="0"/>
              </a:spcAft>
              <a:buClr>
                <a:schemeClr val="dk1"/>
              </a:buClr>
              <a:buSzPts val="2800"/>
              <a:buNone/>
            </a:pPr>
            <a:r>
              <a:t/>
            </a:r>
            <a:endParaRPr/>
          </a:p>
          <a:p>
            <a:pPr indent="0" lvl="0" marL="0" rtl="0" algn="l">
              <a:lnSpc>
                <a:spcPct val="90000"/>
              </a:lnSpc>
              <a:spcBef>
                <a:spcPts val="1000"/>
              </a:spcBef>
              <a:spcAft>
                <a:spcPts val="0"/>
              </a:spcAft>
              <a:buClr>
                <a:schemeClr val="dk1"/>
              </a:buClr>
              <a:buSzPts val="2800"/>
              <a:buNone/>
            </a:pPr>
            <a:r>
              <a:rPr lang="en-US"/>
              <a:t> UML Diagrams Used: Class Diagram, Object Diagram, Communication Diagram</a:t>
            </a:r>
            <a:endParaRPr/>
          </a:p>
          <a:p>
            <a:pPr indent="0" lvl="0" marL="0" rtl="0" algn="l">
              <a:lnSpc>
                <a:spcPct val="90000"/>
              </a:lnSpc>
              <a:spcBef>
                <a:spcPts val="1000"/>
              </a:spcBef>
              <a:spcAft>
                <a:spcPts val="0"/>
              </a:spcAft>
              <a:buClr>
                <a:schemeClr val="dk1"/>
              </a:buClr>
              <a:buSzPts val="2800"/>
              <a:buNone/>
            </a:pPr>
            <a:r>
              <a:rPr lang="en-US"/>
              <a:t> </a:t>
            </a:r>
            <a:endParaRPr sz="4000"/>
          </a:p>
        </p:txBody>
      </p:sp>
      <p:sp>
        <p:nvSpPr>
          <p:cNvPr id="543" name="Google Shape;543;p64"/>
          <p:cNvSpPr txBox="1"/>
          <p:nvPr>
            <p:ph type="title"/>
          </p:nvPr>
        </p:nvSpPr>
        <p:spPr>
          <a:xfrm>
            <a:off x="504031" y="137978"/>
            <a:ext cx="8482314" cy="1258920"/>
          </a:xfrm>
          <a:prstGeom prst="rect">
            <a:avLst/>
          </a:prstGeom>
          <a:noFill/>
          <a:ln>
            <a:noFill/>
          </a:ln>
        </p:spPr>
        <p:txBody>
          <a:bodyPr anchorCtr="0" anchor="ctr" bIns="0" lIns="0" spcFirstLastPara="1" rIns="0" wrap="square" tIns="0">
            <a:noAutofit/>
          </a:bodyPr>
          <a:lstStyle/>
          <a:p>
            <a:pPr indent="0" lvl="0" marL="0" rtl="0" algn="ctr">
              <a:lnSpc>
                <a:spcPct val="90000"/>
              </a:lnSpc>
              <a:spcBef>
                <a:spcPts val="0"/>
              </a:spcBef>
              <a:spcAft>
                <a:spcPts val="0"/>
              </a:spcAft>
              <a:buClr>
                <a:schemeClr val="dk1"/>
              </a:buClr>
              <a:buSzPts val="4400"/>
              <a:buFont typeface="Arial"/>
              <a:buNone/>
            </a:pPr>
            <a:r>
              <a:rPr lang="en-US"/>
              <a:t>Logical View</a:t>
            </a:r>
            <a:endParaRPr/>
          </a:p>
        </p:txBody>
      </p:sp>
    </p:spTree>
  </p:cSld>
  <p:clrMapOvr>
    <a:masterClrMapping/>
  </p:clrMapOvr>
</p:sld>
</file>

<file path=ppt/slides/slide6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47" name="Shape 547"/>
        <p:cNvGrpSpPr/>
        <p:nvPr/>
      </p:nvGrpSpPr>
      <p:grpSpPr>
        <a:xfrm>
          <a:off x="0" y="0"/>
          <a:ext cx="0" cy="0"/>
          <a:chOff x="0" y="0"/>
          <a:chExt cx="0" cy="0"/>
        </a:xfrm>
      </p:grpSpPr>
      <p:sp>
        <p:nvSpPr>
          <p:cNvPr id="548" name="Google Shape;548;p65"/>
          <p:cNvSpPr txBox="1"/>
          <p:nvPr>
            <p:ph idx="4294967295" type="body"/>
          </p:nvPr>
        </p:nvSpPr>
        <p:spPr>
          <a:xfrm>
            <a:off x="504031" y="1229711"/>
            <a:ext cx="9072563" cy="5405486"/>
          </a:xfrm>
          <a:prstGeom prst="rect">
            <a:avLst/>
          </a:prstGeom>
          <a:noFill/>
          <a:ln>
            <a:noFill/>
          </a:ln>
        </p:spPr>
        <p:txBody>
          <a:bodyPr anchorCtr="0" anchor="t" bIns="50375" lIns="100775" spcFirstLastPara="1" rIns="100775" wrap="square" tIns="50375">
            <a:normAutofit/>
          </a:bodyPr>
          <a:lstStyle/>
          <a:p>
            <a:pPr indent="0" lvl="0" marL="0" rtl="0" algn="l">
              <a:lnSpc>
                <a:spcPct val="90000"/>
              </a:lnSpc>
              <a:spcBef>
                <a:spcPts val="0"/>
              </a:spcBef>
              <a:spcAft>
                <a:spcPts val="0"/>
              </a:spcAft>
              <a:buClr>
                <a:schemeClr val="dk1"/>
              </a:buClr>
              <a:buSzPts val="2800"/>
              <a:buNone/>
            </a:pPr>
            <a:r>
              <a:t/>
            </a:r>
            <a:endParaRPr b="1"/>
          </a:p>
          <a:p>
            <a:pPr indent="-228600" lvl="0" marL="228600" rtl="0" algn="l">
              <a:lnSpc>
                <a:spcPct val="90000"/>
              </a:lnSpc>
              <a:spcBef>
                <a:spcPts val="1000"/>
              </a:spcBef>
              <a:spcAft>
                <a:spcPts val="0"/>
              </a:spcAft>
              <a:buClr>
                <a:schemeClr val="dk1"/>
              </a:buClr>
              <a:buSzPts val="2800"/>
              <a:buChar char="•"/>
            </a:pPr>
            <a:r>
              <a:rPr lang="en-US"/>
              <a:t>Describes dynamic aspects of the system </a:t>
            </a:r>
            <a:endParaRPr/>
          </a:p>
          <a:p>
            <a:pPr indent="0" lvl="0" marL="0" rtl="0" algn="l">
              <a:lnSpc>
                <a:spcPct val="90000"/>
              </a:lnSpc>
              <a:spcBef>
                <a:spcPts val="1000"/>
              </a:spcBef>
              <a:spcAft>
                <a:spcPts val="0"/>
              </a:spcAft>
              <a:buClr>
                <a:schemeClr val="dk1"/>
              </a:buClr>
              <a:buSzPts val="2800"/>
              <a:buNone/>
            </a:pPr>
            <a:r>
              <a:t/>
            </a:r>
            <a:endParaRPr/>
          </a:p>
          <a:p>
            <a:pPr indent="0" lvl="0" marL="0" rtl="0" algn="l">
              <a:lnSpc>
                <a:spcPct val="90000"/>
              </a:lnSpc>
              <a:spcBef>
                <a:spcPts val="1000"/>
              </a:spcBef>
              <a:spcAft>
                <a:spcPts val="0"/>
              </a:spcAft>
              <a:buClr>
                <a:schemeClr val="dk1"/>
              </a:buClr>
              <a:buSzPts val="2800"/>
              <a:buNone/>
            </a:pPr>
            <a:r>
              <a:rPr lang="en-US"/>
              <a:t>• Models the executable threads and processes in a system as active classes </a:t>
            </a:r>
            <a:endParaRPr/>
          </a:p>
          <a:p>
            <a:pPr indent="0" lvl="0" marL="0" rtl="0" algn="l">
              <a:lnSpc>
                <a:spcPct val="90000"/>
              </a:lnSpc>
              <a:spcBef>
                <a:spcPts val="1000"/>
              </a:spcBef>
              <a:spcAft>
                <a:spcPts val="0"/>
              </a:spcAft>
              <a:buClr>
                <a:schemeClr val="dk1"/>
              </a:buClr>
              <a:buSzPts val="2800"/>
              <a:buNone/>
            </a:pPr>
            <a:r>
              <a:t/>
            </a:r>
            <a:endParaRPr/>
          </a:p>
          <a:p>
            <a:pPr indent="0" lvl="0" marL="0" rtl="0" algn="l">
              <a:lnSpc>
                <a:spcPct val="90000"/>
              </a:lnSpc>
              <a:spcBef>
                <a:spcPts val="1000"/>
              </a:spcBef>
              <a:spcAft>
                <a:spcPts val="0"/>
              </a:spcAft>
              <a:buClr>
                <a:schemeClr val="dk1"/>
              </a:buClr>
              <a:buSzPts val="2800"/>
              <a:buNone/>
            </a:pPr>
            <a:r>
              <a:rPr lang="en-US"/>
              <a:t>• Concerns with performance, scalability and throughput</a:t>
            </a:r>
            <a:endParaRPr/>
          </a:p>
          <a:p>
            <a:pPr indent="0" lvl="0" marL="0" rtl="0" algn="l">
              <a:lnSpc>
                <a:spcPct val="90000"/>
              </a:lnSpc>
              <a:spcBef>
                <a:spcPts val="1000"/>
              </a:spcBef>
              <a:spcAft>
                <a:spcPts val="0"/>
              </a:spcAft>
              <a:buClr>
                <a:schemeClr val="dk1"/>
              </a:buClr>
              <a:buSzPts val="2800"/>
              <a:buNone/>
            </a:pPr>
            <a:r>
              <a:rPr lang="en-US"/>
              <a:t> </a:t>
            </a:r>
            <a:endParaRPr/>
          </a:p>
          <a:p>
            <a:pPr indent="0" lvl="0" marL="0" rtl="0" algn="l">
              <a:lnSpc>
                <a:spcPct val="90000"/>
              </a:lnSpc>
              <a:spcBef>
                <a:spcPts val="1000"/>
              </a:spcBef>
              <a:spcAft>
                <a:spcPts val="0"/>
              </a:spcAft>
              <a:buClr>
                <a:schemeClr val="dk1"/>
              </a:buClr>
              <a:buSzPts val="2800"/>
              <a:buNone/>
            </a:pPr>
            <a:r>
              <a:rPr lang="en-US"/>
              <a:t>UML Diagrams Used: Activity Diagram, Sequence Diagram, State Machine Diagram</a:t>
            </a:r>
            <a:endParaRPr/>
          </a:p>
        </p:txBody>
      </p:sp>
      <p:sp>
        <p:nvSpPr>
          <p:cNvPr id="549" name="Google Shape;549;p65"/>
          <p:cNvSpPr txBox="1"/>
          <p:nvPr>
            <p:ph type="title"/>
          </p:nvPr>
        </p:nvSpPr>
        <p:spPr>
          <a:xfrm>
            <a:off x="504031" y="137978"/>
            <a:ext cx="8482314" cy="1258920"/>
          </a:xfrm>
          <a:prstGeom prst="rect">
            <a:avLst/>
          </a:prstGeom>
          <a:noFill/>
          <a:ln>
            <a:noFill/>
          </a:ln>
        </p:spPr>
        <p:txBody>
          <a:bodyPr anchorCtr="0" anchor="ctr" bIns="0" lIns="0" spcFirstLastPara="1" rIns="0" wrap="square" tIns="0">
            <a:noAutofit/>
          </a:bodyPr>
          <a:lstStyle/>
          <a:p>
            <a:pPr indent="0" lvl="0" marL="0" rtl="0" algn="ctr">
              <a:lnSpc>
                <a:spcPct val="90000"/>
              </a:lnSpc>
              <a:spcBef>
                <a:spcPts val="0"/>
              </a:spcBef>
              <a:spcAft>
                <a:spcPts val="0"/>
              </a:spcAft>
              <a:buClr>
                <a:schemeClr val="dk1"/>
              </a:buClr>
              <a:buSzPts val="4400"/>
              <a:buFont typeface="Arial"/>
              <a:buNone/>
            </a:pPr>
            <a:r>
              <a:rPr lang="en-US"/>
              <a:t>Process View</a:t>
            </a:r>
            <a:endParaRPr/>
          </a:p>
        </p:txBody>
      </p:sp>
    </p:spTree>
  </p:cSld>
  <p:clrMapOvr>
    <a:masterClrMapping/>
  </p:clrMapOvr>
</p:sld>
</file>

<file path=ppt/slides/slide6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3" name="Shape 553"/>
        <p:cNvGrpSpPr/>
        <p:nvPr/>
      </p:nvGrpSpPr>
      <p:grpSpPr>
        <a:xfrm>
          <a:off x="0" y="0"/>
          <a:ext cx="0" cy="0"/>
          <a:chOff x="0" y="0"/>
          <a:chExt cx="0" cy="0"/>
        </a:xfrm>
      </p:grpSpPr>
      <p:sp>
        <p:nvSpPr>
          <p:cNvPr id="554" name="Google Shape;554;p66"/>
          <p:cNvSpPr txBox="1"/>
          <p:nvPr>
            <p:ph idx="4294967295" type="body"/>
          </p:nvPr>
        </p:nvSpPr>
        <p:spPr>
          <a:xfrm>
            <a:off x="504025" y="2058774"/>
            <a:ext cx="9072600" cy="4775100"/>
          </a:xfrm>
          <a:prstGeom prst="rect">
            <a:avLst/>
          </a:prstGeom>
          <a:noFill/>
          <a:ln>
            <a:noFill/>
          </a:ln>
        </p:spPr>
        <p:txBody>
          <a:bodyPr anchorCtr="0" anchor="t" bIns="50375" lIns="100775" spcFirstLastPara="1" rIns="100775" wrap="square" tIns="50375">
            <a:normAutofit lnSpcReduction="10000"/>
          </a:bodyPr>
          <a:lstStyle/>
          <a:p>
            <a:pPr indent="-228600" lvl="0" marL="228600" rtl="0" algn="l">
              <a:lnSpc>
                <a:spcPct val="90000"/>
              </a:lnSpc>
              <a:spcBef>
                <a:spcPts val="0"/>
              </a:spcBef>
              <a:spcAft>
                <a:spcPts val="0"/>
              </a:spcAft>
              <a:buClr>
                <a:schemeClr val="dk1"/>
              </a:buClr>
              <a:buSzPts val="2800"/>
              <a:buChar char="•"/>
            </a:pPr>
            <a:r>
              <a:rPr lang="en-US"/>
              <a:t>Describes the software architecture in terms of modules/components</a:t>
            </a:r>
            <a:endParaRPr/>
          </a:p>
          <a:p>
            <a:pPr indent="-50800" lvl="0" marL="228600" rtl="0" algn="l">
              <a:lnSpc>
                <a:spcPct val="90000"/>
              </a:lnSpc>
              <a:spcBef>
                <a:spcPts val="1000"/>
              </a:spcBef>
              <a:spcAft>
                <a:spcPts val="0"/>
              </a:spcAft>
              <a:buClr>
                <a:schemeClr val="dk1"/>
              </a:buClr>
              <a:buSzPts val="2800"/>
              <a:buNone/>
            </a:pPr>
            <a:r>
              <a:t/>
            </a:r>
            <a:endParaRPr/>
          </a:p>
          <a:p>
            <a:pPr indent="-228600" lvl="0" marL="228600" rtl="0" algn="l">
              <a:lnSpc>
                <a:spcPct val="90000"/>
              </a:lnSpc>
              <a:spcBef>
                <a:spcPts val="1000"/>
              </a:spcBef>
              <a:spcAft>
                <a:spcPts val="0"/>
              </a:spcAft>
              <a:buClr>
                <a:schemeClr val="dk1"/>
              </a:buClr>
              <a:buSzPts val="2800"/>
              <a:buChar char="•"/>
            </a:pPr>
            <a:r>
              <a:rPr lang="en-US"/>
              <a:t>Focuses on code organization</a:t>
            </a:r>
            <a:endParaRPr/>
          </a:p>
          <a:p>
            <a:pPr indent="-50800" lvl="0" marL="228600" rtl="0" algn="l">
              <a:lnSpc>
                <a:spcPct val="90000"/>
              </a:lnSpc>
              <a:spcBef>
                <a:spcPts val="1000"/>
              </a:spcBef>
              <a:spcAft>
                <a:spcPts val="0"/>
              </a:spcAft>
              <a:buClr>
                <a:schemeClr val="dk1"/>
              </a:buClr>
              <a:buSzPts val="2800"/>
              <a:buNone/>
            </a:pPr>
            <a:r>
              <a:t/>
            </a:r>
            <a:endParaRPr/>
          </a:p>
          <a:p>
            <a:pPr indent="-228600" lvl="0" marL="228600" rtl="0" algn="l">
              <a:lnSpc>
                <a:spcPct val="90000"/>
              </a:lnSpc>
              <a:spcBef>
                <a:spcPts val="1000"/>
              </a:spcBef>
              <a:spcAft>
                <a:spcPts val="0"/>
              </a:spcAft>
              <a:buClr>
                <a:schemeClr val="dk1"/>
              </a:buClr>
              <a:buSzPts val="2800"/>
              <a:buChar char="•"/>
            </a:pPr>
            <a:r>
              <a:rPr lang="en-US"/>
              <a:t>It shows how the system is built in terms of code and files.</a:t>
            </a:r>
            <a:endParaRPr/>
          </a:p>
          <a:p>
            <a:pPr indent="-50800" lvl="0" marL="228600" rtl="0" algn="l">
              <a:lnSpc>
                <a:spcPct val="90000"/>
              </a:lnSpc>
              <a:spcBef>
                <a:spcPts val="1000"/>
              </a:spcBef>
              <a:spcAft>
                <a:spcPts val="0"/>
              </a:spcAft>
              <a:buClr>
                <a:schemeClr val="dk1"/>
              </a:buClr>
              <a:buSzPts val="2800"/>
              <a:buNone/>
            </a:pPr>
            <a:r>
              <a:t/>
            </a:r>
            <a:endParaRPr/>
          </a:p>
          <a:p>
            <a:pPr indent="0" lvl="0" marL="0" rtl="0" algn="l">
              <a:lnSpc>
                <a:spcPct val="90000"/>
              </a:lnSpc>
              <a:spcBef>
                <a:spcPts val="1000"/>
              </a:spcBef>
              <a:spcAft>
                <a:spcPts val="0"/>
              </a:spcAft>
              <a:buClr>
                <a:schemeClr val="dk1"/>
              </a:buClr>
              <a:buSzPts val="2800"/>
              <a:buNone/>
            </a:pPr>
            <a:r>
              <a:rPr lang="en-US"/>
              <a:t>UML Diagrams Used: Component Diagram , Package Diagram</a:t>
            </a:r>
            <a:endParaRPr/>
          </a:p>
          <a:p>
            <a:pPr indent="-50800" lvl="0" marL="228600" rtl="0" algn="l">
              <a:lnSpc>
                <a:spcPct val="90000"/>
              </a:lnSpc>
              <a:spcBef>
                <a:spcPts val="1000"/>
              </a:spcBef>
              <a:spcAft>
                <a:spcPts val="0"/>
              </a:spcAft>
              <a:buClr>
                <a:schemeClr val="dk1"/>
              </a:buClr>
              <a:buSzPts val="2800"/>
              <a:buNone/>
            </a:pPr>
            <a:r>
              <a:t/>
            </a:r>
            <a:endParaRPr/>
          </a:p>
        </p:txBody>
      </p:sp>
      <p:sp>
        <p:nvSpPr>
          <p:cNvPr id="555" name="Google Shape;555;p66"/>
          <p:cNvSpPr txBox="1"/>
          <p:nvPr>
            <p:ph type="title"/>
          </p:nvPr>
        </p:nvSpPr>
        <p:spPr>
          <a:xfrm>
            <a:off x="504031" y="137978"/>
            <a:ext cx="8482200" cy="1258800"/>
          </a:xfrm>
          <a:prstGeom prst="rect">
            <a:avLst/>
          </a:prstGeom>
          <a:noFill/>
          <a:ln>
            <a:noFill/>
          </a:ln>
        </p:spPr>
        <p:txBody>
          <a:bodyPr anchorCtr="0" anchor="ctr" bIns="0" lIns="0" spcFirstLastPara="1" rIns="0" wrap="square" tIns="0">
            <a:noAutofit/>
          </a:bodyPr>
          <a:lstStyle/>
          <a:p>
            <a:pPr indent="0" lvl="0" marL="0" rtl="0" algn="ctr">
              <a:lnSpc>
                <a:spcPct val="90000"/>
              </a:lnSpc>
              <a:spcBef>
                <a:spcPts val="0"/>
              </a:spcBef>
              <a:spcAft>
                <a:spcPts val="0"/>
              </a:spcAft>
              <a:buClr>
                <a:schemeClr val="dk1"/>
              </a:buClr>
              <a:buSzPts val="4400"/>
              <a:buFont typeface="Arial"/>
              <a:buNone/>
            </a:pPr>
            <a:r>
              <a:rPr lang="en-US"/>
              <a:t>Implementation View</a:t>
            </a:r>
            <a:endParaRPr/>
          </a:p>
        </p:txBody>
      </p:sp>
    </p:spTree>
  </p:cSld>
  <p:clrMapOvr>
    <a:masterClrMapping/>
  </p:clrMapOvr>
</p:sld>
</file>

<file path=ppt/slides/slide6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9" name="Shape 559"/>
        <p:cNvGrpSpPr/>
        <p:nvPr/>
      </p:nvGrpSpPr>
      <p:grpSpPr>
        <a:xfrm>
          <a:off x="0" y="0"/>
          <a:ext cx="0" cy="0"/>
          <a:chOff x="0" y="0"/>
          <a:chExt cx="0" cy="0"/>
        </a:xfrm>
      </p:grpSpPr>
      <p:sp>
        <p:nvSpPr>
          <p:cNvPr id="560" name="Google Shape;560;p67"/>
          <p:cNvSpPr txBox="1"/>
          <p:nvPr>
            <p:ph idx="4294967295" type="body"/>
          </p:nvPr>
        </p:nvSpPr>
        <p:spPr>
          <a:xfrm>
            <a:off x="504025" y="2039301"/>
            <a:ext cx="9072600" cy="4763100"/>
          </a:xfrm>
          <a:prstGeom prst="rect">
            <a:avLst/>
          </a:prstGeom>
          <a:noFill/>
          <a:ln>
            <a:noFill/>
          </a:ln>
        </p:spPr>
        <p:txBody>
          <a:bodyPr anchorCtr="0" anchor="t" bIns="50375" lIns="100775" spcFirstLastPara="1" rIns="100775" wrap="square" tIns="50375">
            <a:normAutofit/>
          </a:bodyPr>
          <a:lstStyle/>
          <a:p>
            <a:pPr indent="0" lvl="0" marL="0" rtl="0" algn="l">
              <a:lnSpc>
                <a:spcPct val="90000"/>
              </a:lnSpc>
              <a:spcBef>
                <a:spcPts val="0"/>
              </a:spcBef>
              <a:spcAft>
                <a:spcPts val="0"/>
              </a:spcAft>
              <a:buClr>
                <a:schemeClr val="dk1"/>
              </a:buClr>
              <a:buSzPts val="2800"/>
              <a:buNone/>
            </a:pPr>
            <a:r>
              <a:rPr lang="en-US"/>
              <a:t>• Describes how the system is deployed physically</a:t>
            </a:r>
            <a:endParaRPr/>
          </a:p>
          <a:p>
            <a:pPr indent="-50800" lvl="0" marL="228600" rtl="0" algn="l">
              <a:lnSpc>
                <a:spcPct val="90000"/>
              </a:lnSpc>
              <a:spcBef>
                <a:spcPts val="1000"/>
              </a:spcBef>
              <a:spcAft>
                <a:spcPts val="0"/>
              </a:spcAft>
              <a:buClr>
                <a:schemeClr val="dk1"/>
              </a:buClr>
              <a:buSzPts val="2800"/>
              <a:buNone/>
            </a:pPr>
            <a:r>
              <a:t/>
            </a:r>
            <a:endParaRPr/>
          </a:p>
          <a:p>
            <a:pPr indent="-228600" lvl="0" marL="228600" rtl="0" algn="l">
              <a:lnSpc>
                <a:spcPct val="90000"/>
              </a:lnSpc>
              <a:spcBef>
                <a:spcPts val="1000"/>
              </a:spcBef>
              <a:spcAft>
                <a:spcPts val="0"/>
              </a:spcAft>
              <a:buClr>
                <a:schemeClr val="dk1"/>
              </a:buClr>
              <a:buSzPts val="2800"/>
              <a:buChar char="•"/>
            </a:pPr>
            <a:r>
              <a:rPr lang="en-US"/>
              <a:t>Concerns with system topology, distribution, delivery and installation</a:t>
            </a:r>
            <a:endParaRPr/>
          </a:p>
          <a:p>
            <a:pPr indent="-50800" lvl="0" marL="228600" rtl="0" algn="l">
              <a:lnSpc>
                <a:spcPct val="90000"/>
              </a:lnSpc>
              <a:spcBef>
                <a:spcPts val="1000"/>
              </a:spcBef>
              <a:spcAft>
                <a:spcPts val="0"/>
              </a:spcAft>
              <a:buClr>
                <a:schemeClr val="dk1"/>
              </a:buClr>
              <a:buSzPts val="2800"/>
              <a:buNone/>
            </a:pPr>
            <a:r>
              <a:t/>
            </a:r>
            <a:endParaRPr/>
          </a:p>
          <a:p>
            <a:pPr indent="0" lvl="0" marL="0" rtl="0" algn="l">
              <a:lnSpc>
                <a:spcPct val="90000"/>
              </a:lnSpc>
              <a:spcBef>
                <a:spcPts val="1000"/>
              </a:spcBef>
              <a:spcAft>
                <a:spcPts val="0"/>
              </a:spcAft>
              <a:buClr>
                <a:schemeClr val="dk1"/>
              </a:buClr>
              <a:buSzPts val="2800"/>
              <a:buNone/>
            </a:pPr>
            <a:r>
              <a:rPr lang="en-US"/>
              <a:t> UML Diagrams Used: Deployment Diagram</a:t>
            </a:r>
            <a:endParaRPr/>
          </a:p>
        </p:txBody>
      </p:sp>
      <p:sp>
        <p:nvSpPr>
          <p:cNvPr id="561" name="Google Shape;561;p67"/>
          <p:cNvSpPr txBox="1"/>
          <p:nvPr>
            <p:ph type="title"/>
          </p:nvPr>
        </p:nvSpPr>
        <p:spPr>
          <a:xfrm>
            <a:off x="504031" y="137978"/>
            <a:ext cx="8482314" cy="1258920"/>
          </a:xfrm>
          <a:prstGeom prst="rect">
            <a:avLst/>
          </a:prstGeom>
          <a:noFill/>
          <a:ln>
            <a:noFill/>
          </a:ln>
        </p:spPr>
        <p:txBody>
          <a:bodyPr anchorCtr="0" anchor="ctr" bIns="0" lIns="0" spcFirstLastPara="1" rIns="0" wrap="square" tIns="0">
            <a:noAutofit/>
          </a:bodyPr>
          <a:lstStyle/>
          <a:p>
            <a:pPr indent="0" lvl="0" marL="0" rtl="0" algn="ctr">
              <a:lnSpc>
                <a:spcPct val="90000"/>
              </a:lnSpc>
              <a:spcBef>
                <a:spcPts val="0"/>
              </a:spcBef>
              <a:spcAft>
                <a:spcPts val="0"/>
              </a:spcAft>
              <a:buClr>
                <a:schemeClr val="dk1"/>
              </a:buClr>
              <a:buSzPts val="4400"/>
              <a:buFont typeface="Arial"/>
              <a:buNone/>
            </a:pPr>
            <a:r>
              <a:rPr lang="en-US"/>
              <a:t>Deployment View</a:t>
            </a:r>
            <a:endParaRPr/>
          </a:p>
        </p:txBody>
      </p:sp>
    </p:spTree>
  </p:cSld>
  <p:clrMapOvr>
    <a:masterClrMapping/>
  </p:clrMapOvr>
</p:sld>
</file>

<file path=ppt/slides/slide6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65" name="Shape 565"/>
        <p:cNvGrpSpPr/>
        <p:nvPr/>
      </p:nvGrpSpPr>
      <p:grpSpPr>
        <a:xfrm>
          <a:off x="0" y="0"/>
          <a:ext cx="0" cy="0"/>
          <a:chOff x="0" y="0"/>
          <a:chExt cx="0" cy="0"/>
        </a:xfrm>
      </p:grpSpPr>
      <p:sp>
        <p:nvSpPr>
          <p:cNvPr id="566" name="Google Shape;566;p68"/>
          <p:cNvSpPr txBox="1"/>
          <p:nvPr>
            <p:ph idx="4294967295" type="body"/>
          </p:nvPr>
        </p:nvSpPr>
        <p:spPr>
          <a:xfrm>
            <a:off x="504025" y="2195174"/>
            <a:ext cx="9072600" cy="4440000"/>
          </a:xfrm>
          <a:prstGeom prst="rect">
            <a:avLst/>
          </a:prstGeom>
          <a:noFill/>
          <a:ln>
            <a:noFill/>
          </a:ln>
        </p:spPr>
        <p:txBody>
          <a:bodyPr anchorCtr="0" anchor="t" bIns="50375" lIns="100775" spcFirstLastPara="1" rIns="100775" wrap="square" tIns="50375">
            <a:normAutofit/>
          </a:bodyPr>
          <a:lstStyle/>
          <a:p>
            <a:pPr indent="-228600" lvl="0" marL="228600" rtl="0" algn="l">
              <a:lnSpc>
                <a:spcPct val="90000"/>
              </a:lnSpc>
              <a:spcBef>
                <a:spcPts val="0"/>
              </a:spcBef>
              <a:spcAft>
                <a:spcPts val="0"/>
              </a:spcAft>
              <a:buClr>
                <a:schemeClr val="dk1"/>
              </a:buClr>
              <a:buSzPts val="2800"/>
              <a:buChar char="•"/>
            </a:pPr>
            <a:r>
              <a:rPr lang="en-US"/>
              <a:t>Capture the basic requirements for the system as a set of use case </a:t>
            </a:r>
            <a:endParaRPr/>
          </a:p>
          <a:p>
            <a:pPr indent="0" lvl="0" marL="0" rtl="0" algn="l">
              <a:lnSpc>
                <a:spcPct val="90000"/>
              </a:lnSpc>
              <a:spcBef>
                <a:spcPts val="1000"/>
              </a:spcBef>
              <a:spcAft>
                <a:spcPts val="0"/>
              </a:spcAft>
              <a:buClr>
                <a:schemeClr val="dk1"/>
              </a:buClr>
              <a:buSzPts val="2800"/>
              <a:buNone/>
            </a:pPr>
            <a:r>
              <a:t/>
            </a:r>
            <a:endParaRPr/>
          </a:p>
          <a:p>
            <a:pPr indent="-228600" lvl="0" marL="228600" rtl="0" algn="l">
              <a:lnSpc>
                <a:spcPct val="90000"/>
              </a:lnSpc>
              <a:spcBef>
                <a:spcPts val="1000"/>
              </a:spcBef>
              <a:spcAft>
                <a:spcPts val="0"/>
              </a:spcAft>
              <a:buClr>
                <a:schemeClr val="dk1"/>
              </a:buClr>
              <a:buSzPts val="2800"/>
              <a:buChar char="•"/>
            </a:pPr>
            <a:r>
              <a:rPr lang="en-US"/>
              <a:t>Defines scenarios of system behavior</a:t>
            </a:r>
            <a:endParaRPr/>
          </a:p>
          <a:p>
            <a:pPr indent="-50800" lvl="0" marL="228600" rtl="0" algn="l">
              <a:lnSpc>
                <a:spcPct val="90000"/>
              </a:lnSpc>
              <a:spcBef>
                <a:spcPts val="1000"/>
              </a:spcBef>
              <a:spcAft>
                <a:spcPts val="0"/>
              </a:spcAft>
              <a:buClr>
                <a:schemeClr val="dk1"/>
              </a:buClr>
              <a:buSzPts val="2800"/>
              <a:buNone/>
            </a:pPr>
            <a:r>
              <a:t/>
            </a:r>
            <a:endParaRPr/>
          </a:p>
          <a:p>
            <a:pPr indent="-228600" lvl="0" marL="228600" rtl="0" algn="l">
              <a:lnSpc>
                <a:spcPct val="90000"/>
              </a:lnSpc>
              <a:spcBef>
                <a:spcPts val="1000"/>
              </a:spcBef>
              <a:spcAft>
                <a:spcPts val="0"/>
              </a:spcAft>
              <a:buClr>
                <a:schemeClr val="dk1"/>
              </a:buClr>
              <a:buSzPts val="2800"/>
              <a:buChar char="•"/>
            </a:pPr>
            <a:r>
              <a:rPr lang="en-US"/>
              <a:t>Guides all other views</a:t>
            </a:r>
            <a:endParaRPr/>
          </a:p>
          <a:p>
            <a:pPr indent="-50800" lvl="0" marL="228600" rtl="0" algn="l">
              <a:lnSpc>
                <a:spcPct val="90000"/>
              </a:lnSpc>
              <a:spcBef>
                <a:spcPts val="1000"/>
              </a:spcBef>
              <a:spcAft>
                <a:spcPts val="0"/>
              </a:spcAft>
              <a:buClr>
                <a:schemeClr val="dk1"/>
              </a:buClr>
              <a:buSzPts val="2800"/>
              <a:buNone/>
            </a:pPr>
            <a:r>
              <a:t/>
            </a:r>
            <a:endParaRPr/>
          </a:p>
          <a:p>
            <a:pPr indent="0" lvl="0" marL="0" rtl="0" algn="l">
              <a:lnSpc>
                <a:spcPct val="90000"/>
              </a:lnSpc>
              <a:spcBef>
                <a:spcPts val="1000"/>
              </a:spcBef>
              <a:spcAft>
                <a:spcPts val="0"/>
              </a:spcAft>
              <a:buClr>
                <a:schemeClr val="dk1"/>
              </a:buClr>
              <a:buSzPts val="2800"/>
              <a:buNone/>
            </a:pPr>
            <a:r>
              <a:rPr lang="en-US"/>
              <a:t>UML Diagrams Used: Use Case Diagram, Activity Diagram, Sequence Diagram</a:t>
            </a:r>
            <a:endParaRPr/>
          </a:p>
        </p:txBody>
      </p:sp>
      <p:sp>
        <p:nvSpPr>
          <p:cNvPr id="567" name="Google Shape;567;p68"/>
          <p:cNvSpPr txBox="1"/>
          <p:nvPr>
            <p:ph type="title"/>
          </p:nvPr>
        </p:nvSpPr>
        <p:spPr>
          <a:xfrm>
            <a:off x="504031" y="137978"/>
            <a:ext cx="8482314" cy="1258920"/>
          </a:xfrm>
          <a:prstGeom prst="rect">
            <a:avLst/>
          </a:prstGeom>
          <a:noFill/>
          <a:ln>
            <a:noFill/>
          </a:ln>
        </p:spPr>
        <p:txBody>
          <a:bodyPr anchorCtr="0" anchor="ctr" bIns="0" lIns="0" spcFirstLastPara="1" rIns="0" wrap="square" tIns="0">
            <a:noAutofit/>
          </a:bodyPr>
          <a:lstStyle/>
          <a:p>
            <a:pPr indent="0" lvl="0" marL="0" rtl="0" algn="ctr">
              <a:lnSpc>
                <a:spcPct val="90000"/>
              </a:lnSpc>
              <a:spcBef>
                <a:spcPts val="0"/>
              </a:spcBef>
              <a:spcAft>
                <a:spcPts val="0"/>
              </a:spcAft>
              <a:buClr>
                <a:schemeClr val="dk1"/>
              </a:buClr>
              <a:buSzPts val="4400"/>
              <a:buFont typeface="Arial"/>
              <a:buNone/>
            </a:pPr>
            <a:r>
              <a:rPr lang="en-US"/>
              <a:t>Use case View</a:t>
            </a:r>
            <a:endParaRPr/>
          </a:p>
        </p:txBody>
      </p:sp>
    </p:spTree>
  </p:cSld>
  <p:clrMapOvr>
    <a:masterClrMapping/>
  </p:clrMapOvr>
</p:sld>
</file>

<file path=ppt/slides/slide6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71" name="Shape 571"/>
        <p:cNvGrpSpPr/>
        <p:nvPr/>
      </p:nvGrpSpPr>
      <p:grpSpPr>
        <a:xfrm>
          <a:off x="0" y="0"/>
          <a:ext cx="0" cy="0"/>
          <a:chOff x="0" y="0"/>
          <a:chExt cx="0" cy="0"/>
        </a:xfrm>
      </p:grpSpPr>
      <p:sp>
        <p:nvSpPr>
          <p:cNvPr id="572" name="Google Shape;572;p69"/>
          <p:cNvSpPr txBox="1"/>
          <p:nvPr>
            <p:ph type="title"/>
          </p:nvPr>
        </p:nvSpPr>
        <p:spPr>
          <a:xfrm>
            <a:off x="504031" y="390226"/>
            <a:ext cx="8482314" cy="1258920"/>
          </a:xfrm>
          <a:prstGeom prst="rect">
            <a:avLst/>
          </a:prstGeom>
          <a:noFill/>
          <a:ln>
            <a:noFill/>
          </a:ln>
        </p:spPr>
        <p:txBody>
          <a:bodyPr anchorCtr="0" anchor="ctr" bIns="0" lIns="0" spcFirstLastPara="1" rIns="0" wrap="square" tIns="0">
            <a:noAutofit/>
          </a:bodyPr>
          <a:lstStyle/>
          <a:p>
            <a:pPr indent="0" lvl="0" marL="0" rtl="0" algn="ctr">
              <a:lnSpc>
                <a:spcPct val="90000"/>
              </a:lnSpc>
              <a:spcBef>
                <a:spcPts val="0"/>
              </a:spcBef>
              <a:spcAft>
                <a:spcPts val="0"/>
              </a:spcAft>
              <a:buClr>
                <a:schemeClr val="dk1"/>
              </a:buClr>
              <a:buSzPts val="4400"/>
              <a:buFont typeface="Arial"/>
              <a:buNone/>
            </a:pPr>
            <a:r>
              <a:rPr lang="en-US"/>
              <a:t>MCQ’s</a:t>
            </a:r>
            <a:endParaRPr/>
          </a:p>
        </p:txBody>
      </p:sp>
      <p:sp>
        <p:nvSpPr>
          <p:cNvPr id="573" name="Google Shape;573;p69"/>
          <p:cNvSpPr txBox="1"/>
          <p:nvPr>
            <p:ph idx="4294967295" type="body"/>
          </p:nvPr>
        </p:nvSpPr>
        <p:spPr>
          <a:xfrm>
            <a:off x="504031" y="1585660"/>
            <a:ext cx="9072563" cy="1258920"/>
          </a:xfrm>
          <a:prstGeom prst="rect">
            <a:avLst/>
          </a:prstGeom>
          <a:noFill/>
          <a:ln>
            <a:noFill/>
          </a:ln>
        </p:spPr>
        <p:txBody>
          <a:bodyPr anchorCtr="0" anchor="t" bIns="50375" lIns="100775" spcFirstLastPara="1" rIns="100775" wrap="square" tIns="50375">
            <a:normAutofit/>
          </a:bodyPr>
          <a:lstStyle/>
          <a:p>
            <a:pPr indent="0" lvl="0" marL="0" rtl="0" algn="l">
              <a:lnSpc>
                <a:spcPct val="90000"/>
              </a:lnSpc>
              <a:spcBef>
                <a:spcPts val="0"/>
              </a:spcBef>
              <a:spcAft>
                <a:spcPts val="0"/>
              </a:spcAft>
              <a:buClr>
                <a:schemeClr val="dk1"/>
              </a:buClr>
              <a:buSzPts val="2400"/>
              <a:buNone/>
            </a:pPr>
            <a:r>
              <a:rPr lang="en-US" sz="2400"/>
              <a:t>1. UML is primarily used for:                                                          a) Coding                                               b) Testing                                             c) Modeling software systems               d) Designing UI</a:t>
            </a:r>
            <a:endParaRPr sz="3600"/>
          </a:p>
        </p:txBody>
      </p:sp>
      <p:sp>
        <p:nvSpPr>
          <p:cNvPr id="574" name="Google Shape;574;p69"/>
          <p:cNvSpPr txBox="1"/>
          <p:nvPr/>
        </p:nvSpPr>
        <p:spPr>
          <a:xfrm>
            <a:off x="614390" y="2712600"/>
            <a:ext cx="5060730" cy="46166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00"/>
              <a:buFont typeface="Arial"/>
              <a:buNone/>
            </a:pPr>
            <a:r>
              <a:rPr b="0" i="0" lang="en-US" sz="2400" u="none" cap="none" strike="noStrike">
                <a:solidFill>
                  <a:schemeClr val="dk1"/>
                </a:solidFill>
                <a:latin typeface="Arial"/>
                <a:ea typeface="Arial"/>
                <a:cs typeface="Arial"/>
                <a:sym typeface="Arial"/>
              </a:rPr>
              <a:t>Answer: c</a:t>
            </a:r>
            <a:endParaRPr b="0" i="0" sz="1400" u="none" cap="none" strike="noStrike">
              <a:solidFill>
                <a:srgbClr val="000000"/>
              </a:solidFill>
              <a:latin typeface="Arial"/>
              <a:ea typeface="Arial"/>
              <a:cs typeface="Arial"/>
              <a:sym typeface="Arial"/>
            </a:endParaRPr>
          </a:p>
        </p:txBody>
      </p:sp>
      <p:sp>
        <p:nvSpPr>
          <p:cNvPr id="575" name="Google Shape;575;p69"/>
          <p:cNvSpPr txBox="1"/>
          <p:nvPr/>
        </p:nvSpPr>
        <p:spPr>
          <a:xfrm>
            <a:off x="417320" y="3448664"/>
            <a:ext cx="9373066" cy="1200329"/>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00"/>
              <a:buFont typeface="Arial"/>
              <a:buNone/>
            </a:pPr>
            <a:r>
              <a:rPr b="0" i="0" lang="en-US" sz="2400" u="none" cap="none" strike="noStrike">
                <a:solidFill>
                  <a:schemeClr val="dk1"/>
                </a:solidFill>
                <a:latin typeface="Arial"/>
                <a:ea typeface="Arial"/>
                <a:cs typeface="Arial"/>
                <a:sym typeface="Arial"/>
              </a:rPr>
              <a:t>2. Who maintains UML standards?                                                    a) ISO                                      b) Oracle                                           c) IEEE                                    d) OMG (Object Management Group)</a:t>
            </a:r>
            <a:endParaRPr b="0" i="0" sz="1400" u="none" cap="none" strike="noStrike">
              <a:solidFill>
                <a:srgbClr val="000000"/>
              </a:solidFill>
              <a:latin typeface="Arial"/>
              <a:ea typeface="Arial"/>
              <a:cs typeface="Arial"/>
              <a:sym typeface="Arial"/>
            </a:endParaRPr>
          </a:p>
        </p:txBody>
      </p:sp>
      <p:sp>
        <p:nvSpPr>
          <p:cNvPr id="576" name="Google Shape;576;p69"/>
          <p:cNvSpPr txBox="1"/>
          <p:nvPr/>
        </p:nvSpPr>
        <p:spPr>
          <a:xfrm>
            <a:off x="504031" y="4755050"/>
            <a:ext cx="5060730" cy="46166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00"/>
              <a:buFont typeface="Arial"/>
              <a:buNone/>
            </a:pPr>
            <a:r>
              <a:rPr b="0" i="0" lang="en-US" sz="2400" u="none" cap="none" strike="noStrike">
                <a:solidFill>
                  <a:schemeClr val="dk1"/>
                </a:solidFill>
                <a:latin typeface="Arial"/>
                <a:ea typeface="Arial"/>
                <a:cs typeface="Arial"/>
                <a:sym typeface="Arial"/>
              </a:rPr>
              <a:t>Answer: d</a:t>
            </a:r>
            <a:endParaRPr b="0" i="0" sz="1400" u="none" cap="none" strike="noStrike">
              <a:solidFill>
                <a:srgbClr val="000000"/>
              </a:solidFill>
              <a:latin typeface="Arial"/>
              <a:ea typeface="Arial"/>
              <a:cs typeface="Arial"/>
              <a:sym typeface="Arial"/>
            </a:endParaRPr>
          </a:p>
        </p:txBody>
      </p:sp>
      <p:sp>
        <p:nvSpPr>
          <p:cNvPr id="577" name="Google Shape;577;p69"/>
          <p:cNvSpPr txBox="1"/>
          <p:nvPr/>
        </p:nvSpPr>
        <p:spPr>
          <a:xfrm>
            <a:off x="338492" y="5474953"/>
            <a:ext cx="9238101" cy="1200329"/>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00"/>
              <a:buFont typeface="Arial"/>
              <a:buNone/>
            </a:pPr>
            <a:r>
              <a:rPr b="0" i="0" lang="en-US" sz="2400" u="none" cap="none" strike="noStrike">
                <a:solidFill>
                  <a:schemeClr val="dk1"/>
                </a:solidFill>
                <a:latin typeface="Arial"/>
                <a:ea typeface="Arial"/>
                <a:cs typeface="Arial"/>
                <a:sym typeface="Arial"/>
              </a:rPr>
              <a:t>3. Which of the following is a structural diagram?                               a) Activity Diagram                               b) Use Case Diagram          c) Class Diagram                                 d) Sequence Diagram</a:t>
            </a:r>
            <a:endParaRPr b="0" i="0" sz="1400" u="none" cap="none" strike="noStrike">
              <a:solidFill>
                <a:srgbClr val="000000"/>
              </a:solidFill>
              <a:latin typeface="Arial"/>
              <a:ea typeface="Arial"/>
              <a:cs typeface="Arial"/>
              <a:sym typeface="Arial"/>
            </a:endParaRPr>
          </a:p>
        </p:txBody>
      </p:sp>
      <p:sp>
        <p:nvSpPr>
          <p:cNvPr id="578" name="Google Shape;578;p69"/>
          <p:cNvSpPr txBox="1"/>
          <p:nvPr/>
        </p:nvSpPr>
        <p:spPr>
          <a:xfrm>
            <a:off x="504031" y="6649686"/>
            <a:ext cx="5612524" cy="46166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00"/>
              <a:buFont typeface="Arial"/>
              <a:buNone/>
            </a:pPr>
            <a:r>
              <a:rPr b="0" i="0" lang="en-US" sz="2400" u="none" cap="none" strike="noStrike">
                <a:solidFill>
                  <a:schemeClr val="dk1"/>
                </a:solidFill>
                <a:latin typeface="Arial"/>
                <a:ea typeface="Arial"/>
                <a:cs typeface="Arial"/>
                <a:sym typeface="Arial"/>
              </a:rPr>
              <a:t>Answer: c</a:t>
            </a:r>
            <a:endParaRPr b="0" i="0" sz="1400" u="none" cap="none" strike="noStrike">
              <a:solidFill>
                <a:srgbClr val="000000"/>
              </a:solidFill>
              <a:latin typeface="Arial"/>
              <a:ea typeface="Arial"/>
              <a:cs typeface="Arial"/>
              <a:sym typeface="A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73">
                                            <p:txEl>
                                              <p:pRg end="0" st="0"/>
                                            </p:txEl>
                                          </p:spTgt>
                                        </p:tgtEl>
                                        <p:attrNameLst>
                                          <p:attrName>style.visibility</p:attrName>
                                        </p:attrNameLst>
                                      </p:cBhvr>
                                      <p:to>
                                        <p:strVal val="visible"/>
                                      </p:to>
                                    </p:set>
                                    <p:animEffect filter="fade" transition="in">
                                      <p:cBhvr>
                                        <p:cTn dur="500"/>
                                        <p:tgtEl>
                                          <p:spTgt spid="573">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74"/>
                                        </p:tgtEl>
                                        <p:attrNameLst>
                                          <p:attrName>style.visibility</p:attrName>
                                        </p:attrNameLst>
                                      </p:cBhvr>
                                      <p:to>
                                        <p:strVal val="visible"/>
                                      </p:to>
                                    </p:set>
                                    <p:animEffect filter="fade" transition="in">
                                      <p:cBhvr>
                                        <p:cTn dur="500"/>
                                        <p:tgtEl>
                                          <p:spTgt spid="574"/>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75"/>
                                        </p:tgtEl>
                                        <p:attrNameLst>
                                          <p:attrName>style.visibility</p:attrName>
                                        </p:attrNameLst>
                                      </p:cBhvr>
                                      <p:to>
                                        <p:strVal val="visible"/>
                                      </p:to>
                                    </p:set>
                                    <p:animEffect filter="fade" transition="in">
                                      <p:cBhvr>
                                        <p:cTn dur="500"/>
                                        <p:tgtEl>
                                          <p:spTgt spid="575"/>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76"/>
                                        </p:tgtEl>
                                        <p:attrNameLst>
                                          <p:attrName>style.visibility</p:attrName>
                                        </p:attrNameLst>
                                      </p:cBhvr>
                                      <p:to>
                                        <p:strVal val="visible"/>
                                      </p:to>
                                    </p:set>
                                    <p:animEffect filter="fade" transition="in">
                                      <p:cBhvr>
                                        <p:cTn dur="500"/>
                                        <p:tgtEl>
                                          <p:spTgt spid="576"/>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77"/>
                                        </p:tgtEl>
                                        <p:attrNameLst>
                                          <p:attrName>style.visibility</p:attrName>
                                        </p:attrNameLst>
                                      </p:cBhvr>
                                      <p:to>
                                        <p:strVal val="visible"/>
                                      </p:to>
                                    </p:set>
                                    <p:animEffect filter="fade" transition="in">
                                      <p:cBhvr>
                                        <p:cTn dur="500"/>
                                        <p:tgtEl>
                                          <p:spTgt spid="577"/>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78"/>
                                        </p:tgtEl>
                                        <p:attrNameLst>
                                          <p:attrName>style.visibility</p:attrName>
                                        </p:attrNameLst>
                                      </p:cBhvr>
                                      <p:to>
                                        <p:strVal val="visible"/>
                                      </p:to>
                                    </p:set>
                                    <p:animEffect filter="fade" transition="in">
                                      <p:cBhvr>
                                        <p:cTn dur="500"/>
                                        <p:tgtEl>
                                          <p:spTgt spid="578"/>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6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2" name="Shape 582"/>
        <p:cNvGrpSpPr/>
        <p:nvPr/>
      </p:nvGrpSpPr>
      <p:grpSpPr>
        <a:xfrm>
          <a:off x="0" y="0"/>
          <a:ext cx="0" cy="0"/>
          <a:chOff x="0" y="0"/>
          <a:chExt cx="0" cy="0"/>
        </a:xfrm>
      </p:grpSpPr>
      <p:sp>
        <p:nvSpPr>
          <p:cNvPr id="583" name="Google Shape;583;p70"/>
          <p:cNvSpPr txBox="1"/>
          <p:nvPr>
            <p:ph type="title"/>
          </p:nvPr>
        </p:nvSpPr>
        <p:spPr>
          <a:xfrm>
            <a:off x="504031" y="390226"/>
            <a:ext cx="8482314" cy="1079143"/>
          </a:xfrm>
          <a:prstGeom prst="rect">
            <a:avLst/>
          </a:prstGeom>
          <a:noFill/>
          <a:ln>
            <a:noFill/>
          </a:ln>
        </p:spPr>
        <p:txBody>
          <a:bodyPr anchorCtr="0" anchor="ctr" bIns="0" lIns="0" spcFirstLastPara="1" rIns="0" wrap="square" tIns="0">
            <a:noAutofit/>
          </a:bodyPr>
          <a:lstStyle/>
          <a:p>
            <a:pPr indent="0" lvl="0" marL="0" rtl="0" algn="ctr">
              <a:lnSpc>
                <a:spcPct val="90000"/>
              </a:lnSpc>
              <a:spcBef>
                <a:spcPts val="0"/>
              </a:spcBef>
              <a:spcAft>
                <a:spcPts val="0"/>
              </a:spcAft>
              <a:buClr>
                <a:schemeClr val="dk1"/>
              </a:buClr>
              <a:buSzPts val="4400"/>
              <a:buFont typeface="Arial"/>
              <a:buNone/>
            </a:pPr>
            <a:r>
              <a:rPr lang="en-US"/>
              <a:t>MCQ’s</a:t>
            </a:r>
            <a:endParaRPr/>
          </a:p>
        </p:txBody>
      </p:sp>
      <p:sp>
        <p:nvSpPr>
          <p:cNvPr id="584" name="Google Shape;584;p70"/>
          <p:cNvSpPr txBox="1"/>
          <p:nvPr>
            <p:ph idx="4294967295" type="body"/>
          </p:nvPr>
        </p:nvSpPr>
        <p:spPr>
          <a:xfrm>
            <a:off x="654275" y="1632563"/>
            <a:ext cx="9072600" cy="1980300"/>
          </a:xfrm>
          <a:prstGeom prst="rect">
            <a:avLst/>
          </a:prstGeom>
          <a:noFill/>
          <a:ln>
            <a:noFill/>
          </a:ln>
        </p:spPr>
        <p:txBody>
          <a:bodyPr anchorCtr="0" anchor="t" bIns="50375" lIns="100775" spcFirstLastPara="1" rIns="100775" wrap="square" tIns="50375">
            <a:normAutofit/>
          </a:bodyPr>
          <a:lstStyle/>
          <a:p>
            <a:pPr indent="0" lvl="0" marL="0" rtl="0" algn="l">
              <a:lnSpc>
                <a:spcPct val="90000"/>
              </a:lnSpc>
              <a:spcBef>
                <a:spcPts val="0"/>
              </a:spcBef>
              <a:spcAft>
                <a:spcPts val="0"/>
              </a:spcAft>
              <a:buClr>
                <a:schemeClr val="dk1"/>
              </a:buClr>
              <a:buSzPts val="2400"/>
              <a:buNone/>
            </a:pPr>
            <a:r>
              <a:rPr lang="en-US" sz="2400"/>
              <a:t>4. Which of the following is not a category of UML “Things”?                  a) Structural                                                                                            b) Behavioral                                                                                  c) Functional                                                                                    d) Annotational</a:t>
            </a:r>
            <a:endParaRPr sz="3600"/>
          </a:p>
        </p:txBody>
      </p:sp>
      <p:sp>
        <p:nvSpPr>
          <p:cNvPr id="585" name="Google Shape;585;p70"/>
          <p:cNvSpPr txBox="1"/>
          <p:nvPr/>
        </p:nvSpPr>
        <p:spPr>
          <a:xfrm>
            <a:off x="815607" y="3700404"/>
            <a:ext cx="5060700" cy="4617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00"/>
              <a:buFont typeface="Arial"/>
              <a:buNone/>
            </a:pPr>
            <a:r>
              <a:rPr b="0" i="0" lang="en-US" sz="2400" u="none" cap="none" strike="noStrike">
                <a:solidFill>
                  <a:schemeClr val="dk1"/>
                </a:solidFill>
                <a:latin typeface="Arial"/>
                <a:ea typeface="Arial"/>
                <a:cs typeface="Arial"/>
                <a:sym typeface="Arial"/>
              </a:rPr>
              <a:t>Answer: c</a:t>
            </a:r>
            <a:endParaRPr b="0" i="0" sz="1400" u="none" cap="none" strike="noStrike">
              <a:solidFill>
                <a:srgbClr val="000000"/>
              </a:solidFill>
              <a:latin typeface="Arial"/>
              <a:ea typeface="Arial"/>
              <a:cs typeface="Arial"/>
              <a:sym typeface="Arial"/>
            </a:endParaRPr>
          </a:p>
        </p:txBody>
      </p:sp>
      <p:sp>
        <p:nvSpPr>
          <p:cNvPr id="586" name="Google Shape;586;p70"/>
          <p:cNvSpPr txBox="1"/>
          <p:nvPr/>
        </p:nvSpPr>
        <p:spPr>
          <a:xfrm>
            <a:off x="654268" y="4249743"/>
            <a:ext cx="8489700" cy="23088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00"/>
              <a:buFont typeface="Arial"/>
              <a:buNone/>
            </a:pPr>
            <a:r>
              <a:rPr b="0" i="0" lang="en-US" sz="2400" u="none" cap="none" strike="noStrike">
                <a:solidFill>
                  <a:schemeClr val="dk1"/>
                </a:solidFill>
                <a:latin typeface="Arial"/>
                <a:ea typeface="Arial"/>
                <a:cs typeface="Arial"/>
                <a:sym typeface="Arial"/>
              </a:rPr>
              <a:t>5. Which mechanism provides visual decorations like &lt;&lt;interface&gt;&gt; or {abstract}?                                                   a) Extensibility                                                                         b) Adornments                                                                                  c) Grouping                                                                             d) Specification</a:t>
            </a:r>
            <a:endParaRPr b="0" i="0" sz="1400" u="none" cap="none" strike="noStrike">
              <a:solidFill>
                <a:srgbClr val="000000"/>
              </a:solidFill>
              <a:latin typeface="Arial"/>
              <a:ea typeface="Arial"/>
              <a:cs typeface="Arial"/>
              <a:sym typeface="Arial"/>
            </a:endParaRPr>
          </a:p>
        </p:txBody>
      </p:sp>
      <p:sp>
        <p:nvSpPr>
          <p:cNvPr id="587" name="Google Shape;587;p70"/>
          <p:cNvSpPr txBox="1"/>
          <p:nvPr/>
        </p:nvSpPr>
        <p:spPr>
          <a:xfrm>
            <a:off x="815634" y="6477164"/>
            <a:ext cx="5060700" cy="4617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00"/>
              <a:buFont typeface="Arial"/>
              <a:buNone/>
            </a:pPr>
            <a:r>
              <a:rPr b="0" i="0" lang="en-US" sz="2400" u="none" cap="none" strike="noStrike">
                <a:solidFill>
                  <a:schemeClr val="dk1"/>
                </a:solidFill>
                <a:latin typeface="Arial"/>
                <a:ea typeface="Arial"/>
                <a:cs typeface="Arial"/>
                <a:sym typeface="Arial"/>
              </a:rPr>
              <a:t>Answer: b</a:t>
            </a:r>
            <a:endParaRPr b="0" i="0" sz="1400" u="none" cap="none" strike="noStrike">
              <a:solidFill>
                <a:srgbClr val="000000"/>
              </a:solidFill>
              <a:latin typeface="Arial"/>
              <a:ea typeface="Arial"/>
              <a:cs typeface="Arial"/>
              <a:sym typeface="A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84">
                                            <p:txEl>
                                              <p:pRg end="0" st="0"/>
                                            </p:txEl>
                                          </p:spTgt>
                                        </p:tgtEl>
                                        <p:attrNameLst>
                                          <p:attrName>style.visibility</p:attrName>
                                        </p:attrNameLst>
                                      </p:cBhvr>
                                      <p:to>
                                        <p:strVal val="visible"/>
                                      </p:to>
                                    </p:set>
                                    <p:animEffect filter="fade" transition="in">
                                      <p:cBhvr>
                                        <p:cTn dur="500"/>
                                        <p:tgtEl>
                                          <p:spTgt spid="584">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85"/>
                                        </p:tgtEl>
                                        <p:attrNameLst>
                                          <p:attrName>style.visibility</p:attrName>
                                        </p:attrNameLst>
                                      </p:cBhvr>
                                      <p:to>
                                        <p:strVal val="visible"/>
                                      </p:to>
                                    </p:set>
                                    <p:animEffect filter="fade" transition="in">
                                      <p:cBhvr>
                                        <p:cTn dur="500"/>
                                        <p:tgtEl>
                                          <p:spTgt spid="585"/>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86"/>
                                        </p:tgtEl>
                                        <p:attrNameLst>
                                          <p:attrName>style.visibility</p:attrName>
                                        </p:attrNameLst>
                                      </p:cBhvr>
                                      <p:to>
                                        <p:strVal val="visible"/>
                                      </p:to>
                                    </p:set>
                                    <p:animEffect filter="fade" transition="in">
                                      <p:cBhvr>
                                        <p:cTn dur="500"/>
                                        <p:tgtEl>
                                          <p:spTgt spid="586"/>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87"/>
                                        </p:tgtEl>
                                        <p:attrNameLst>
                                          <p:attrName>style.visibility</p:attrName>
                                        </p:attrNameLst>
                                      </p:cBhvr>
                                      <p:to>
                                        <p:strVal val="visible"/>
                                      </p:to>
                                    </p:set>
                                    <p:animEffect filter="fade" transition="in">
                                      <p:cBhvr>
                                        <p:cTn dur="500"/>
                                        <p:tgtEl>
                                          <p:spTgt spid="587"/>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6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1" name="Shape 591"/>
        <p:cNvGrpSpPr/>
        <p:nvPr/>
      </p:nvGrpSpPr>
      <p:grpSpPr>
        <a:xfrm>
          <a:off x="0" y="0"/>
          <a:ext cx="0" cy="0"/>
          <a:chOff x="0" y="0"/>
          <a:chExt cx="0" cy="0"/>
        </a:xfrm>
      </p:grpSpPr>
      <p:sp>
        <p:nvSpPr>
          <p:cNvPr id="592" name="Google Shape;592;p71"/>
          <p:cNvSpPr txBox="1"/>
          <p:nvPr>
            <p:ph type="title"/>
          </p:nvPr>
        </p:nvSpPr>
        <p:spPr>
          <a:xfrm>
            <a:off x="504031" y="390226"/>
            <a:ext cx="8482314" cy="1079143"/>
          </a:xfrm>
          <a:prstGeom prst="rect">
            <a:avLst/>
          </a:prstGeom>
          <a:noFill/>
          <a:ln>
            <a:noFill/>
          </a:ln>
        </p:spPr>
        <p:txBody>
          <a:bodyPr anchorCtr="0" anchor="ctr" bIns="0" lIns="0" spcFirstLastPara="1" rIns="0" wrap="square" tIns="0">
            <a:noAutofit/>
          </a:bodyPr>
          <a:lstStyle/>
          <a:p>
            <a:pPr indent="0" lvl="0" marL="0" rtl="0" algn="ctr">
              <a:lnSpc>
                <a:spcPct val="90000"/>
              </a:lnSpc>
              <a:spcBef>
                <a:spcPts val="0"/>
              </a:spcBef>
              <a:spcAft>
                <a:spcPts val="0"/>
              </a:spcAft>
              <a:buClr>
                <a:schemeClr val="dk1"/>
              </a:buClr>
              <a:buSzPts val="4400"/>
              <a:buFont typeface="Arial"/>
              <a:buNone/>
            </a:pPr>
            <a:r>
              <a:rPr lang="en-US"/>
              <a:t>MCQ’s</a:t>
            </a:r>
            <a:endParaRPr/>
          </a:p>
        </p:txBody>
      </p:sp>
      <p:sp>
        <p:nvSpPr>
          <p:cNvPr id="593" name="Google Shape;593;p71"/>
          <p:cNvSpPr txBox="1"/>
          <p:nvPr>
            <p:ph idx="4294967295" type="body"/>
          </p:nvPr>
        </p:nvSpPr>
        <p:spPr>
          <a:xfrm>
            <a:off x="654269" y="1616660"/>
            <a:ext cx="9072600" cy="2310600"/>
          </a:xfrm>
          <a:prstGeom prst="rect">
            <a:avLst/>
          </a:prstGeom>
          <a:noFill/>
          <a:ln>
            <a:noFill/>
          </a:ln>
        </p:spPr>
        <p:txBody>
          <a:bodyPr anchorCtr="0" anchor="t" bIns="50375" lIns="100775" spcFirstLastPara="1" rIns="100775" wrap="square" tIns="50375">
            <a:normAutofit/>
          </a:bodyPr>
          <a:lstStyle/>
          <a:p>
            <a:pPr indent="0" lvl="0" marL="0" rtl="0" algn="l">
              <a:lnSpc>
                <a:spcPct val="90000"/>
              </a:lnSpc>
              <a:spcBef>
                <a:spcPts val="0"/>
              </a:spcBef>
              <a:spcAft>
                <a:spcPts val="0"/>
              </a:spcAft>
              <a:buClr>
                <a:schemeClr val="dk1"/>
              </a:buClr>
              <a:buSzPts val="2400"/>
              <a:buNone/>
            </a:pPr>
            <a:r>
              <a:rPr lang="en-US" sz="2400"/>
              <a:t>6. Which of the following is not a type of UML relationship?         a) Association                                                                                b) Aggregation                                                                               c) Inheritance                                                                                          d) Realization</a:t>
            </a:r>
            <a:endParaRPr sz="3600"/>
          </a:p>
        </p:txBody>
      </p:sp>
      <p:sp>
        <p:nvSpPr>
          <p:cNvPr id="594" name="Google Shape;594;p71"/>
          <p:cNvSpPr txBox="1"/>
          <p:nvPr/>
        </p:nvSpPr>
        <p:spPr>
          <a:xfrm>
            <a:off x="888069" y="3549016"/>
            <a:ext cx="5060700" cy="4617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00"/>
              <a:buFont typeface="Arial"/>
              <a:buNone/>
            </a:pPr>
            <a:r>
              <a:rPr b="0" i="0" lang="en-US" sz="2400" u="none" cap="none" strike="noStrike">
                <a:solidFill>
                  <a:schemeClr val="dk1"/>
                </a:solidFill>
                <a:latin typeface="Arial"/>
                <a:ea typeface="Arial"/>
                <a:cs typeface="Arial"/>
                <a:sym typeface="Arial"/>
              </a:rPr>
              <a:t>Answer: c</a:t>
            </a:r>
            <a:endParaRPr b="0" i="0" sz="1400" u="none" cap="none" strike="noStrike">
              <a:solidFill>
                <a:srgbClr val="000000"/>
              </a:solidFill>
              <a:latin typeface="Arial"/>
              <a:ea typeface="Arial"/>
              <a:cs typeface="Arial"/>
              <a:sym typeface="Arial"/>
            </a:endParaRPr>
          </a:p>
        </p:txBody>
      </p:sp>
      <p:sp>
        <p:nvSpPr>
          <p:cNvPr id="595" name="Google Shape;595;p71"/>
          <p:cNvSpPr txBox="1"/>
          <p:nvPr/>
        </p:nvSpPr>
        <p:spPr>
          <a:xfrm>
            <a:off x="654268" y="4074393"/>
            <a:ext cx="8489731" cy="230832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00"/>
              <a:buFont typeface="Arial"/>
              <a:buNone/>
            </a:pPr>
            <a:r>
              <a:rPr b="0" i="0" lang="en-US" sz="2400" u="none" cap="none" strike="noStrike">
                <a:solidFill>
                  <a:schemeClr val="dk1"/>
                </a:solidFill>
                <a:latin typeface="Arial"/>
                <a:ea typeface="Arial"/>
                <a:cs typeface="Arial"/>
                <a:sym typeface="Arial"/>
              </a:rPr>
              <a:t>7. Which view in UML architecture addresses the structure and design of the software?                                                   a) Logical view                                                                        b) Process view                                                                        c) Development view                                                               d) Physical view</a:t>
            </a:r>
            <a:endParaRPr b="0" i="0" sz="2400" u="none" cap="none" strike="noStrike">
              <a:solidFill>
                <a:schemeClr val="dk1"/>
              </a:solidFill>
              <a:latin typeface="Arial"/>
              <a:ea typeface="Arial"/>
              <a:cs typeface="Arial"/>
              <a:sym typeface="Arial"/>
            </a:endParaRPr>
          </a:p>
        </p:txBody>
      </p:sp>
      <p:sp>
        <p:nvSpPr>
          <p:cNvPr id="596" name="Google Shape;596;p71"/>
          <p:cNvSpPr txBox="1"/>
          <p:nvPr/>
        </p:nvSpPr>
        <p:spPr>
          <a:xfrm>
            <a:off x="796159" y="6379764"/>
            <a:ext cx="5060730" cy="46166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00"/>
              <a:buFont typeface="Arial"/>
              <a:buNone/>
            </a:pPr>
            <a:r>
              <a:rPr b="0" i="0" lang="en-US" sz="2400" u="none" cap="none" strike="noStrike">
                <a:solidFill>
                  <a:schemeClr val="dk1"/>
                </a:solidFill>
                <a:latin typeface="Arial"/>
                <a:ea typeface="Arial"/>
                <a:cs typeface="Arial"/>
                <a:sym typeface="Arial"/>
              </a:rPr>
              <a:t>Answer: a</a:t>
            </a:r>
            <a:endParaRPr b="0" i="0" sz="1400" u="none" cap="none" strike="noStrike">
              <a:solidFill>
                <a:srgbClr val="000000"/>
              </a:solidFill>
              <a:latin typeface="Arial"/>
              <a:ea typeface="Arial"/>
              <a:cs typeface="Arial"/>
              <a:sym typeface="A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93">
                                            <p:txEl>
                                              <p:pRg end="0" st="0"/>
                                            </p:txEl>
                                          </p:spTgt>
                                        </p:tgtEl>
                                        <p:attrNameLst>
                                          <p:attrName>style.visibility</p:attrName>
                                        </p:attrNameLst>
                                      </p:cBhvr>
                                      <p:to>
                                        <p:strVal val="visible"/>
                                      </p:to>
                                    </p:set>
                                    <p:animEffect filter="fade" transition="in">
                                      <p:cBhvr>
                                        <p:cTn dur="500"/>
                                        <p:tgtEl>
                                          <p:spTgt spid="593">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94"/>
                                        </p:tgtEl>
                                        <p:attrNameLst>
                                          <p:attrName>style.visibility</p:attrName>
                                        </p:attrNameLst>
                                      </p:cBhvr>
                                      <p:to>
                                        <p:strVal val="visible"/>
                                      </p:to>
                                    </p:set>
                                    <p:animEffect filter="fade" transition="in">
                                      <p:cBhvr>
                                        <p:cTn dur="500"/>
                                        <p:tgtEl>
                                          <p:spTgt spid="594"/>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95"/>
                                        </p:tgtEl>
                                        <p:attrNameLst>
                                          <p:attrName>style.visibility</p:attrName>
                                        </p:attrNameLst>
                                      </p:cBhvr>
                                      <p:to>
                                        <p:strVal val="visible"/>
                                      </p:to>
                                    </p:set>
                                    <p:animEffect filter="fade" transition="in">
                                      <p:cBhvr>
                                        <p:cTn dur="500"/>
                                        <p:tgtEl>
                                          <p:spTgt spid="595"/>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96"/>
                                        </p:tgtEl>
                                        <p:attrNameLst>
                                          <p:attrName>style.visibility</p:attrName>
                                        </p:attrNameLst>
                                      </p:cBhvr>
                                      <p:to>
                                        <p:strVal val="visible"/>
                                      </p:to>
                                    </p:set>
                                    <p:animEffect filter="fade" transition="in">
                                      <p:cBhvr>
                                        <p:cTn dur="500"/>
                                        <p:tgtEl>
                                          <p:spTgt spid="596"/>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6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00" name="Shape 600"/>
        <p:cNvGrpSpPr/>
        <p:nvPr/>
      </p:nvGrpSpPr>
      <p:grpSpPr>
        <a:xfrm>
          <a:off x="0" y="0"/>
          <a:ext cx="0" cy="0"/>
          <a:chOff x="0" y="0"/>
          <a:chExt cx="0" cy="0"/>
        </a:xfrm>
      </p:grpSpPr>
      <p:sp>
        <p:nvSpPr>
          <p:cNvPr id="601" name="Google Shape;601;p72"/>
          <p:cNvSpPr txBox="1"/>
          <p:nvPr>
            <p:ph type="title"/>
          </p:nvPr>
        </p:nvSpPr>
        <p:spPr>
          <a:xfrm>
            <a:off x="504031" y="390226"/>
            <a:ext cx="8482314" cy="1079143"/>
          </a:xfrm>
          <a:prstGeom prst="rect">
            <a:avLst/>
          </a:prstGeom>
          <a:noFill/>
          <a:ln>
            <a:noFill/>
          </a:ln>
        </p:spPr>
        <p:txBody>
          <a:bodyPr anchorCtr="0" anchor="ctr" bIns="0" lIns="0" spcFirstLastPara="1" rIns="0" wrap="square" tIns="0">
            <a:noAutofit/>
          </a:bodyPr>
          <a:lstStyle/>
          <a:p>
            <a:pPr indent="0" lvl="0" marL="0" rtl="0" algn="ctr">
              <a:lnSpc>
                <a:spcPct val="90000"/>
              </a:lnSpc>
              <a:spcBef>
                <a:spcPts val="0"/>
              </a:spcBef>
              <a:spcAft>
                <a:spcPts val="0"/>
              </a:spcAft>
              <a:buClr>
                <a:schemeClr val="dk1"/>
              </a:buClr>
              <a:buSzPts val="4400"/>
              <a:buFont typeface="Arial"/>
              <a:buNone/>
            </a:pPr>
            <a:r>
              <a:rPr lang="en-US"/>
              <a:t>MCQ’s</a:t>
            </a:r>
            <a:endParaRPr/>
          </a:p>
        </p:txBody>
      </p:sp>
      <p:sp>
        <p:nvSpPr>
          <p:cNvPr id="602" name="Google Shape;602;p72"/>
          <p:cNvSpPr txBox="1"/>
          <p:nvPr>
            <p:ph idx="4294967295" type="body"/>
          </p:nvPr>
        </p:nvSpPr>
        <p:spPr>
          <a:xfrm>
            <a:off x="654269" y="1847810"/>
            <a:ext cx="9072600" cy="2310600"/>
          </a:xfrm>
          <a:prstGeom prst="rect">
            <a:avLst/>
          </a:prstGeom>
          <a:noFill/>
          <a:ln>
            <a:noFill/>
          </a:ln>
        </p:spPr>
        <p:txBody>
          <a:bodyPr anchorCtr="0" anchor="t" bIns="50375" lIns="100775" spcFirstLastPara="1" rIns="100775" wrap="square" tIns="50375">
            <a:normAutofit/>
          </a:bodyPr>
          <a:lstStyle/>
          <a:p>
            <a:pPr indent="0" lvl="0" marL="0" rtl="0" algn="l">
              <a:lnSpc>
                <a:spcPct val="90000"/>
              </a:lnSpc>
              <a:spcBef>
                <a:spcPts val="0"/>
              </a:spcBef>
              <a:spcAft>
                <a:spcPts val="0"/>
              </a:spcAft>
              <a:buClr>
                <a:schemeClr val="dk1"/>
              </a:buClr>
              <a:buSzPts val="2400"/>
              <a:buNone/>
            </a:pPr>
            <a:r>
              <a:rPr lang="en-US" sz="2400"/>
              <a:t>8. What does the ‘+1’ in the 4+1 View Model represent?                        a) User Interface                                                                            b) Deployment                                                                                  c) Scenarios or Use Cases                                                              d) Class Diagrams</a:t>
            </a:r>
            <a:endParaRPr sz="3600"/>
          </a:p>
        </p:txBody>
      </p:sp>
      <p:sp>
        <p:nvSpPr>
          <p:cNvPr id="603" name="Google Shape;603;p72"/>
          <p:cNvSpPr txBox="1"/>
          <p:nvPr/>
        </p:nvSpPr>
        <p:spPr>
          <a:xfrm>
            <a:off x="796157" y="3549004"/>
            <a:ext cx="5060700" cy="4617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00"/>
              <a:buFont typeface="Arial"/>
              <a:buNone/>
            </a:pPr>
            <a:r>
              <a:rPr b="0" i="0" lang="en-US" sz="2400" u="none" cap="none" strike="noStrike">
                <a:solidFill>
                  <a:schemeClr val="dk1"/>
                </a:solidFill>
                <a:latin typeface="Arial"/>
                <a:ea typeface="Arial"/>
                <a:cs typeface="Arial"/>
                <a:sym typeface="Arial"/>
              </a:rPr>
              <a:t>Answer: c</a:t>
            </a:r>
            <a:endParaRPr b="0" i="0" sz="1400" u="none" cap="none" strike="noStrike">
              <a:solidFill>
                <a:srgbClr val="000000"/>
              </a:solidFill>
              <a:latin typeface="Arial"/>
              <a:ea typeface="Arial"/>
              <a:cs typeface="Arial"/>
              <a:sym typeface="Arial"/>
            </a:endParaRPr>
          </a:p>
        </p:txBody>
      </p:sp>
      <p:sp>
        <p:nvSpPr>
          <p:cNvPr id="604" name="Google Shape;604;p72"/>
          <p:cNvSpPr txBox="1"/>
          <p:nvPr/>
        </p:nvSpPr>
        <p:spPr>
          <a:xfrm>
            <a:off x="654268" y="4074393"/>
            <a:ext cx="8489731" cy="193899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00"/>
              <a:buFont typeface="Arial"/>
              <a:buNone/>
            </a:pPr>
            <a:r>
              <a:rPr b="0" i="0" lang="en-US" sz="2400" u="none" cap="none" strike="noStrike">
                <a:solidFill>
                  <a:schemeClr val="dk1"/>
                </a:solidFill>
                <a:latin typeface="Arial"/>
                <a:ea typeface="Arial"/>
                <a:cs typeface="Arial"/>
                <a:sym typeface="Arial"/>
              </a:rPr>
              <a:t>9. In UML, the Physical view is concerned with:                    a) Class organization                                                                 b) Component packaging                                                         c) Network and deployment configuration                                d) Thread management</a:t>
            </a:r>
            <a:endParaRPr b="0" i="0" sz="2400" u="none" cap="none" strike="noStrike">
              <a:solidFill>
                <a:schemeClr val="dk1"/>
              </a:solidFill>
              <a:latin typeface="Arial"/>
              <a:ea typeface="Arial"/>
              <a:cs typeface="Arial"/>
              <a:sym typeface="Arial"/>
            </a:endParaRPr>
          </a:p>
        </p:txBody>
      </p:sp>
      <p:sp>
        <p:nvSpPr>
          <p:cNvPr id="605" name="Google Shape;605;p72"/>
          <p:cNvSpPr txBox="1"/>
          <p:nvPr/>
        </p:nvSpPr>
        <p:spPr>
          <a:xfrm>
            <a:off x="796159" y="6379764"/>
            <a:ext cx="5060730" cy="46166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00"/>
              <a:buFont typeface="Arial"/>
              <a:buNone/>
            </a:pPr>
            <a:r>
              <a:rPr b="0" i="0" lang="en-US" sz="2400" u="none" cap="none" strike="noStrike">
                <a:solidFill>
                  <a:schemeClr val="dk1"/>
                </a:solidFill>
                <a:latin typeface="Arial"/>
                <a:ea typeface="Arial"/>
                <a:cs typeface="Arial"/>
                <a:sym typeface="Arial"/>
              </a:rPr>
              <a:t>Answer: c</a:t>
            </a:r>
            <a:endParaRPr b="0" i="0" sz="1400" u="none" cap="none" strike="noStrike">
              <a:solidFill>
                <a:srgbClr val="000000"/>
              </a:solidFill>
              <a:latin typeface="Arial"/>
              <a:ea typeface="Arial"/>
              <a:cs typeface="Arial"/>
              <a:sym typeface="A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02">
                                            <p:txEl>
                                              <p:pRg end="0" st="0"/>
                                            </p:txEl>
                                          </p:spTgt>
                                        </p:tgtEl>
                                        <p:attrNameLst>
                                          <p:attrName>style.visibility</p:attrName>
                                        </p:attrNameLst>
                                      </p:cBhvr>
                                      <p:to>
                                        <p:strVal val="visible"/>
                                      </p:to>
                                    </p:set>
                                    <p:animEffect filter="fade" transition="in">
                                      <p:cBhvr>
                                        <p:cTn dur="500"/>
                                        <p:tgtEl>
                                          <p:spTgt spid="602">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03"/>
                                        </p:tgtEl>
                                        <p:attrNameLst>
                                          <p:attrName>style.visibility</p:attrName>
                                        </p:attrNameLst>
                                      </p:cBhvr>
                                      <p:to>
                                        <p:strVal val="visible"/>
                                      </p:to>
                                    </p:set>
                                    <p:animEffect filter="fade" transition="in">
                                      <p:cBhvr>
                                        <p:cTn dur="500"/>
                                        <p:tgtEl>
                                          <p:spTgt spid="603"/>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04"/>
                                        </p:tgtEl>
                                        <p:attrNameLst>
                                          <p:attrName>style.visibility</p:attrName>
                                        </p:attrNameLst>
                                      </p:cBhvr>
                                      <p:to>
                                        <p:strVal val="visible"/>
                                      </p:to>
                                    </p:set>
                                    <p:animEffect filter="fade" transition="in">
                                      <p:cBhvr>
                                        <p:cTn dur="500"/>
                                        <p:tgtEl>
                                          <p:spTgt spid="604"/>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05"/>
                                        </p:tgtEl>
                                        <p:attrNameLst>
                                          <p:attrName>style.visibility</p:attrName>
                                        </p:attrNameLst>
                                      </p:cBhvr>
                                      <p:to>
                                        <p:strVal val="visible"/>
                                      </p:to>
                                    </p:set>
                                    <p:animEffect filter="fade" transition="in">
                                      <p:cBhvr>
                                        <p:cTn dur="500"/>
                                        <p:tgtEl>
                                          <p:spTgt spid="605"/>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6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09" name="Shape 609"/>
        <p:cNvGrpSpPr/>
        <p:nvPr/>
      </p:nvGrpSpPr>
      <p:grpSpPr>
        <a:xfrm>
          <a:off x="0" y="0"/>
          <a:ext cx="0" cy="0"/>
          <a:chOff x="0" y="0"/>
          <a:chExt cx="0" cy="0"/>
        </a:xfrm>
      </p:grpSpPr>
      <p:sp>
        <p:nvSpPr>
          <p:cNvPr id="610" name="Google Shape;610;p73"/>
          <p:cNvSpPr txBox="1"/>
          <p:nvPr>
            <p:ph type="title"/>
          </p:nvPr>
        </p:nvSpPr>
        <p:spPr>
          <a:xfrm>
            <a:off x="719280" y="301320"/>
            <a:ext cx="8851680" cy="1258920"/>
          </a:xfrm>
          <a:prstGeom prst="rect">
            <a:avLst/>
          </a:prstGeom>
          <a:noFill/>
          <a:ln>
            <a:noFill/>
          </a:ln>
        </p:spPr>
        <p:txBody>
          <a:bodyPr anchorCtr="0" anchor="ctr" bIns="0" lIns="0" spcFirstLastPara="1" rIns="0" wrap="square" tIns="0">
            <a:noAutofit/>
          </a:bodyPr>
          <a:lstStyle/>
          <a:p>
            <a:pPr indent="0" lvl="0" marL="0" rtl="0" algn="ctr">
              <a:lnSpc>
                <a:spcPct val="90000"/>
              </a:lnSpc>
              <a:spcBef>
                <a:spcPts val="0"/>
              </a:spcBef>
              <a:spcAft>
                <a:spcPts val="0"/>
              </a:spcAft>
              <a:buClr>
                <a:schemeClr val="dk1"/>
              </a:buClr>
              <a:buSzPts val="4800"/>
              <a:buFont typeface="Arial"/>
              <a:buNone/>
            </a:pPr>
            <a:r>
              <a:rPr lang="en-US" sz="4800"/>
              <a:t>True/False Questions</a:t>
            </a:r>
            <a:endParaRPr/>
          </a:p>
        </p:txBody>
      </p:sp>
      <p:sp>
        <p:nvSpPr>
          <p:cNvPr id="611" name="Google Shape;611;p73"/>
          <p:cNvSpPr txBox="1"/>
          <p:nvPr/>
        </p:nvSpPr>
        <p:spPr>
          <a:xfrm>
            <a:off x="859221" y="1586750"/>
            <a:ext cx="7260020" cy="40011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000"/>
              <a:buFont typeface="Arial"/>
              <a:buNone/>
            </a:pPr>
            <a:r>
              <a:rPr b="1" i="0" lang="en-US" sz="2000" u="none" cap="none" strike="noStrike">
                <a:solidFill>
                  <a:schemeClr val="dk1"/>
                </a:solidFill>
                <a:latin typeface="Arial"/>
                <a:ea typeface="Arial"/>
                <a:cs typeface="Arial"/>
                <a:sym typeface="Arial"/>
              </a:rPr>
              <a:t>1. UML diagrams are part of UML building blocks.</a:t>
            </a:r>
            <a:endParaRPr b="1" i="0" sz="2000" u="none" cap="none" strike="noStrike">
              <a:solidFill>
                <a:schemeClr val="dk1"/>
              </a:solidFill>
              <a:latin typeface="Arial"/>
              <a:ea typeface="Arial"/>
              <a:cs typeface="Arial"/>
              <a:sym typeface="Arial"/>
            </a:endParaRPr>
          </a:p>
        </p:txBody>
      </p:sp>
      <p:sp>
        <p:nvSpPr>
          <p:cNvPr id="612" name="Google Shape;612;p73"/>
          <p:cNvSpPr txBox="1"/>
          <p:nvPr/>
        </p:nvSpPr>
        <p:spPr>
          <a:xfrm>
            <a:off x="1056291" y="2155756"/>
            <a:ext cx="5060730" cy="40011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000"/>
              <a:buFont typeface="Arial"/>
              <a:buNone/>
            </a:pPr>
            <a:r>
              <a:rPr b="1" i="0" lang="en-US" sz="2000" u="none" cap="none" strike="noStrike">
                <a:solidFill>
                  <a:schemeClr val="dk1"/>
                </a:solidFill>
                <a:latin typeface="Arial"/>
                <a:ea typeface="Arial"/>
                <a:cs typeface="Arial"/>
                <a:sym typeface="Arial"/>
              </a:rPr>
              <a:t>True</a:t>
            </a:r>
            <a:endParaRPr b="0" i="0" sz="1400" u="none" cap="none" strike="noStrike">
              <a:solidFill>
                <a:srgbClr val="000000"/>
              </a:solidFill>
              <a:latin typeface="Arial"/>
              <a:ea typeface="Arial"/>
              <a:cs typeface="Arial"/>
              <a:sym typeface="Arial"/>
            </a:endParaRPr>
          </a:p>
        </p:txBody>
      </p:sp>
      <p:sp>
        <p:nvSpPr>
          <p:cNvPr id="613" name="Google Shape;613;p73"/>
          <p:cNvSpPr txBox="1"/>
          <p:nvPr/>
        </p:nvSpPr>
        <p:spPr>
          <a:xfrm>
            <a:off x="719280" y="2806374"/>
            <a:ext cx="8345892" cy="40011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000"/>
              <a:buFont typeface="Arial"/>
              <a:buNone/>
            </a:pPr>
            <a:r>
              <a:rPr b="1" i="0" lang="en-US" sz="2000" u="none" cap="none" strike="noStrike">
                <a:solidFill>
                  <a:schemeClr val="dk1"/>
                </a:solidFill>
                <a:latin typeface="Arial"/>
                <a:ea typeface="Arial"/>
                <a:cs typeface="Arial"/>
                <a:sym typeface="Arial"/>
              </a:rPr>
              <a:t>2. Aggregation is a stronger relationship than composition in UML.</a:t>
            </a:r>
            <a:endParaRPr b="1" i="0" sz="2000" u="none" cap="none" strike="noStrike">
              <a:solidFill>
                <a:schemeClr val="dk1"/>
              </a:solidFill>
              <a:latin typeface="Arial"/>
              <a:ea typeface="Arial"/>
              <a:cs typeface="Arial"/>
              <a:sym typeface="Arial"/>
            </a:endParaRPr>
          </a:p>
        </p:txBody>
      </p:sp>
      <p:sp>
        <p:nvSpPr>
          <p:cNvPr id="614" name="Google Shape;614;p73"/>
          <p:cNvSpPr txBox="1"/>
          <p:nvPr/>
        </p:nvSpPr>
        <p:spPr>
          <a:xfrm>
            <a:off x="1024759" y="3434608"/>
            <a:ext cx="5060730" cy="40011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000"/>
              <a:buFont typeface="Arial"/>
              <a:buNone/>
            </a:pPr>
            <a:r>
              <a:rPr b="1" i="0" lang="en-US" sz="2000" u="none" cap="none" strike="noStrike">
                <a:solidFill>
                  <a:schemeClr val="dk1"/>
                </a:solidFill>
                <a:latin typeface="Arial"/>
                <a:ea typeface="Arial"/>
                <a:cs typeface="Arial"/>
                <a:sym typeface="Arial"/>
              </a:rPr>
              <a:t>False</a:t>
            </a:r>
            <a:endParaRPr b="0" i="0" sz="1400" u="none" cap="none" strike="noStrike">
              <a:solidFill>
                <a:srgbClr val="000000"/>
              </a:solidFill>
              <a:latin typeface="Arial"/>
              <a:ea typeface="Arial"/>
              <a:cs typeface="Arial"/>
              <a:sym typeface="Arial"/>
            </a:endParaRPr>
          </a:p>
        </p:txBody>
      </p:sp>
      <p:sp>
        <p:nvSpPr>
          <p:cNvPr id="615" name="Google Shape;615;p73"/>
          <p:cNvSpPr txBox="1"/>
          <p:nvPr/>
        </p:nvSpPr>
        <p:spPr>
          <a:xfrm>
            <a:off x="719280" y="4202110"/>
            <a:ext cx="7999051" cy="40011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000"/>
              <a:buFont typeface="Arial"/>
              <a:buNone/>
            </a:pPr>
            <a:r>
              <a:rPr b="1" i="0" lang="en-US" sz="2000" u="none" cap="none" strike="noStrike">
                <a:solidFill>
                  <a:schemeClr val="dk1"/>
                </a:solidFill>
                <a:latin typeface="Arial"/>
                <a:ea typeface="Arial"/>
                <a:cs typeface="Arial"/>
                <a:sym typeface="Arial"/>
              </a:rPr>
              <a:t>3. Generalization represents an "is-a" relationship.</a:t>
            </a:r>
            <a:endParaRPr b="1" i="0" sz="2000" u="none" cap="none" strike="noStrike">
              <a:solidFill>
                <a:schemeClr val="dk1"/>
              </a:solidFill>
              <a:latin typeface="Arial"/>
              <a:ea typeface="Arial"/>
              <a:cs typeface="Arial"/>
              <a:sym typeface="Arial"/>
            </a:endParaRPr>
          </a:p>
        </p:txBody>
      </p:sp>
      <p:sp>
        <p:nvSpPr>
          <p:cNvPr id="616" name="Google Shape;616;p73"/>
          <p:cNvSpPr txBox="1"/>
          <p:nvPr/>
        </p:nvSpPr>
        <p:spPr>
          <a:xfrm>
            <a:off x="1016876" y="4767628"/>
            <a:ext cx="5060730" cy="40011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000"/>
              <a:buFont typeface="Arial"/>
              <a:buNone/>
            </a:pPr>
            <a:r>
              <a:rPr b="1" i="0" lang="en-US" sz="2000" u="none" cap="none" strike="noStrike">
                <a:solidFill>
                  <a:schemeClr val="dk1"/>
                </a:solidFill>
                <a:latin typeface="Arial"/>
                <a:ea typeface="Arial"/>
                <a:cs typeface="Arial"/>
                <a:sym typeface="Arial"/>
              </a:rPr>
              <a:t>True</a:t>
            </a:r>
            <a:endParaRPr b="0" i="0" sz="1400" u="none" cap="none" strike="noStrike">
              <a:solidFill>
                <a:srgbClr val="000000"/>
              </a:solidFill>
              <a:latin typeface="Arial"/>
              <a:ea typeface="Arial"/>
              <a:cs typeface="Arial"/>
              <a:sym typeface="Arial"/>
            </a:endParaRPr>
          </a:p>
        </p:txBody>
      </p:sp>
      <p:sp>
        <p:nvSpPr>
          <p:cNvPr id="617" name="Google Shape;617;p73"/>
          <p:cNvSpPr txBox="1"/>
          <p:nvPr/>
        </p:nvSpPr>
        <p:spPr>
          <a:xfrm>
            <a:off x="859221" y="5582856"/>
            <a:ext cx="7999050" cy="40011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000"/>
              <a:buFont typeface="Arial"/>
              <a:buNone/>
            </a:pPr>
            <a:r>
              <a:rPr b="1" i="0" lang="en-US" sz="2000" u="none" cap="none" strike="noStrike">
                <a:solidFill>
                  <a:schemeClr val="dk1"/>
                </a:solidFill>
                <a:latin typeface="Arial"/>
                <a:ea typeface="Arial"/>
                <a:cs typeface="Arial"/>
                <a:sym typeface="Arial"/>
              </a:rPr>
              <a:t>4. Realization is used to show interface implementation in UML.</a:t>
            </a:r>
            <a:endParaRPr b="1" i="0" sz="2000" u="none" cap="none" strike="noStrike">
              <a:solidFill>
                <a:schemeClr val="dk1"/>
              </a:solidFill>
              <a:latin typeface="Arial"/>
              <a:ea typeface="Arial"/>
              <a:cs typeface="Arial"/>
              <a:sym typeface="Arial"/>
            </a:endParaRPr>
          </a:p>
        </p:txBody>
      </p:sp>
      <p:sp>
        <p:nvSpPr>
          <p:cNvPr id="618" name="Google Shape;618;p73"/>
          <p:cNvSpPr txBox="1"/>
          <p:nvPr/>
        </p:nvSpPr>
        <p:spPr>
          <a:xfrm>
            <a:off x="1127235" y="6198029"/>
            <a:ext cx="5060730" cy="40011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000"/>
              <a:buFont typeface="Arial"/>
              <a:buNone/>
            </a:pPr>
            <a:r>
              <a:rPr b="1" i="0" lang="en-US" sz="2000" u="none" cap="none" strike="noStrike">
                <a:solidFill>
                  <a:schemeClr val="dk1"/>
                </a:solidFill>
                <a:latin typeface="Arial"/>
                <a:ea typeface="Arial"/>
                <a:cs typeface="Arial"/>
                <a:sym typeface="Arial"/>
              </a:rPr>
              <a:t>True</a:t>
            </a:r>
            <a:endParaRPr b="0" i="0" sz="1400" u="none" cap="none" strike="noStrike">
              <a:solidFill>
                <a:srgbClr val="000000"/>
              </a:solidFill>
              <a:latin typeface="Arial"/>
              <a:ea typeface="Arial"/>
              <a:cs typeface="Arial"/>
              <a:sym typeface="A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11"/>
                                        </p:tgtEl>
                                        <p:attrNameLst>
                                          <p:attrName>style.visibility</p:attrName>
                                        </p:attrNameLst>
                                      </p:cBhvr>
                                      <p:to>
                                        <p:strVal val="visible"/>
                                      </p:to>
                                    </p:set>
                                    <p:animEffect filter="fade" transition="in">
                                      <p:cBhvr>
                                        <p:cTn dur="500"/>
                                        <p:tgtEl>
                                          <p:spTgt spid="611"/>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12"/>
                                        </p:tgtEl>
                                        <p:attrNameLst>
                                          <p:attrName>style.visibility</p:attrName>
                                        </p:attrNameLst>
                                      </p:cBhvr>
                                      <p:to>
                                        <p:strVal val="visible"/>
                                      </p:to>
                                    </p:set>
                                    <p:animEffect filter="fade" transition="in">
                                      <p:cBhvr>
                                        <p:cTn dur="500"/>
                                        <p:tgtEl>
                                          <p:spTgt spid="612"/>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13"/>
                                        </p:tgtEl>
                                        <p:attrNameLst>
                                          <p:attrName>style.visibility</p:attrName>
                                        </p:attrNameLst>
                                      </p:cBhvr>
                                      <p:to>
                                        <p:strVal val="visible"/>
                                      </p:to>
                                    </p:set>
                                    <p:animEffect filter="fade" transition="in">
                                      <p:cBhvr>
                                        <p:cTn dur="500"/>
                                        <p:tgtEl>
                                          <p:spTgt spid="613"/>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14"/>
                                        </p:tgtEl>
                                        <p:attrNameLst>
                                          <p:attrName>style.visibility</p:attrName>
                                        </p:attrNameLst>
                                      </p:cBhvr>
                                      <p:to>
                                        <p:strVal val="visible"/>
                                      </p:to>
                                    </p:set>
                                    <p:animEffect filter="fade" transition="in">
                                      <p:cBhvr>
                                        <p:cTn dur="500"/>
                                        <p:tgtEl>
                                          <p:spTgt spid="614"/>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15">
                                            <p:txEl>
                                              <p:pRg end="0" st="0"/>
                                            </p:txEl>
                                          </p:spTgt>
                                        </p:tgtEl>
                                        <p:attrNameLst>
                                          <p:attrName>style.visibility</p:attrName>
                                        </p:attrNameLst>
                                      </p:cBhvr>
                                      <p:to>
                                        <p:strVal val="visible"/>
                                      </p:to>
                                    </p:set>
                                    <p:animEffect filter="fade" transition="in">
                                      <p:cBhvr>
                                        <p:cTn dur="500"/>
                                        <p:tgtEl>
                                          <p:spTgt spid="615">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16"/>
                                        </p:tgtEl>
                                        <p:attrNameLst>
                                          <p:attrName>style.visibility</p:attrName>
                                        </p:attrNameLst>
                                      </p:cBhvr>
                                      <p:to>
                                        <p:strVal val="visible"/>
                                      </p:to>
                                    </p:set>
                                    <p:animEffect filter="fade" transition="in">
                                      <p:cBhvr>
                                        <p:cTn dur="500"/>
                                        <p:tgtEl>
                                          <p:spTgt spid="616"/>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17"/>
                                        </p:tgtEl>
                                        <p:attrNameLst>
                                          <p:attrName>style.visibility</p:attrName>
                                        </p:attrNameLst>
                                      </p:cBhvr>
                                      <p:to>
                                        <p:strVal val="visible"/>
                                      </p:to>
                                    </p:set>
                                    <p:animEffect filter="fade" transition="in">
                                      <p:cBhvr>
                                        <p:cTn dur="500"/>
                                        <p:tgtEl>
                                          <p:spTgt spid="617"/>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18"/>
                                        </p:tgtEl>
                                        <p:attrNameLst>
                                          <p:attrName>style.visibility</p:attrName>
                                        </p:attrNameLst>
                                      </p:cBhvr>
                                      <p:to>
                                        <p:strVal val="visible"/>
                                      </p:to>
                                    </p:set>
                                    <p:animEffect filter="fade" transition="in">
                                      <p:cBhvr>
                                        <p:cTn dur="500"/>
                                        <p:tgtEl>
                                          <p:spTgt spid="618"/>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7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22" name="Shape 622"/>
        <p:cNvGrpSpPr/>
        <p:nvPr/>
      </p:nvGrpSpPr>
      <p:grpSpPr>
        <a:xfrm>
          <a:off x="0" y="0"/>
          <a:ext cx="0" cy="0"/>
          <a:chOff x="0" y="0"/>
          <a:chExt cx="0" cy="0"/>
        </a:xfrm>
      </p:grpSpPr>
      <p:sp>
        <p:nvSpPr>
          <p:cNvPr id="623" name="Google Shape;623;p74"/>
          <p:cNvSpPr txBox="1"/>
          <p:nvPr>
            <p:ph type="title"/>
          </p:nvPr>
        </p:nvSpPr>
        <p:spPr>
          <a:xfrm>
            <a:off x="614493" y="3486967"/>
            <a:ext cx="8851800" cy="1258800"/>
          </a:xfrm>
          <a:prstGeom prst="rect">
            <a:avLst/>
          </a:prstGeom>
          <a:noFill/>
          <a:ln>
            <a:noFill/>
          </a:ln>
        </p:spPr>
        <p:txBody>
          <a:bodyPr anchorCtr="0" anchor="ctr" bIns="0" lIns="0" spcFirstLastPara="1" rIns="0" wrap="square" tIns="0">
            <a:noAutofit/>
          </a:bodyPr>
          <a:lstStyle/>
          <a:p>
            <a:pPr indent="0" lvl="0" marL="0" rtl="0" algn="ctr">
              <a:lnSpc>
                <a:spcPct val="57812"/>
              </a:lnSpc>
              <a:spcBef>
                <a:spcPts val="0"/>
              </a:spcBef>
              <a:spcAft>
                <a:spcPts val="0"/>
              </a:spcAft>
              <a:buClr>
                <a:srgbClr val="161613"/>
              </a:buClr>
              <a:buSzPts val="9600"/>
              <a:buFont typeface="Arial"/>
              <a:buNone/>
            </a:pPr>
            <a:r>
              <a:rPr lang="en-US" sz="9600"/>
              <a:t>THANK YOU</a:t>
            </a:r>
            <a:endParaRPr sz="9600"/>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2020-04-27T17:43:41Z</dcterms:created>
</cp:coreProperties>
</file>